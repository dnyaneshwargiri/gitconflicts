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C0849-7B04-6F62-99F3-BD99734A8AF9}" v="114" dt="2024-05-22T06:34:03.790"/>
    <p1510:client id="{9F54082F-6232-0073-3C3C-BDF475F8B846}" v="21" dt="2024-05-22T06:37:15.590"/>
    <p1510:client id="{AE40311B-07EE-D756-55A7-206E5ADEFEE4}" v="23" dt="2024-05-22T07:19:09.588"/>
    <p1510:client id="{E2EFA09A-D6D1-2074-F0D5-70FAFA248138}" v="264" dt="2024-05-22T07:07:58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4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4" Type="http://schemas.openxmlformats.org/officeDocument/2006/relationships/image" Target="../media/image5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4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4" Type="http://schemas.openxmlformats.org/officeDocument/2006/relationships/image" Target="../media/image5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71676A-A17A-4FBA-917A-9052C8D99E0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3371BD2-C2EA-48DF-B182-4A922AF3E6D8}">
      <dgm:prSet/>
      <dgm:spPr/>
      <dgm:t>
        <a:bodyPr/>
        <a:lstStyle/>
        <a:p>
          <a:pPr>
            <a:defRPr cap="all"/>
          </a:pPr>
          <a:r>
            <a:rPr lang="en-US"/>
            <a:t>Pick ("p")</a:t>
          </a:r>
        </a:p>
      </dgm:t>
    </dgm:pt>
    <dgm:pt modelId="{34A021CC-9516-4043-8CCB-79E66179702D}" type="parTrans" cxnId="{892F4863-C7C9-4E4C-8E77-76A57E53F551}">
      <dgm:prSet/>
      <dgm:spPr/>
      <dgm:t>
        <a:bodyPr/>
        <a:lstStyle/>
        <a:p>
          <a:endParaRPr lang="en-US"/>
        </a:p>
      </dgm:t>
    </dgm:pt>
    <dgm:pt modelId="{C8D7DAAB-4CEE-4022-830E-8024674D1BD3}" type="sibTrans" cxnId="{892F4863-C7C9-4E4C-8E77-76A57E53F551}">
      <dgm:prSet/>
      <dgm:spPr/>
      <dgm:t>
        <a:bodyPr/>
        <a:lstStyle/>
        <a:p>
          <a:endParaRPr lang="en-US"/>
        </a:p>
      </dgm:t>
    </dgm:pt>
    <dgm:pt modelId="{14810789-D96A-41F8-A3AF-0FA0C7263741}">
      <dgm:prSet/>
      <dgm:spPr/>
      <dgm:t>
        <a:bodyPr/>
        <a:lstStyle/>
        <a:p>
          <a:pPr>
            <a:defRPr cap="all"/>
          </a:pPr>
          <a:r>
            <a:rPr lang="en-US"/>
            <a:t>Reword ("r")</a:t>
          </a:r>
        </a:p>
      </dgm:t>
    </dgm:pt>
    <dgm:pt modelId="{75C62338-6505-4536-B1B0-E12D31B60F59}" type="parTrans" cxnId="{2D29BADD-ADD9-45AE-AFAC-3568E457F20C}">
      <dgm:prSet/>
      <dgm:spPr/>
      <dgm:t>
        <a:bodyPr/>
        <a:lstStyle/>
        <a:p>
          <a:endParaRPr lang="en-US"/>
        </a:p>
      </dgm:t>
    </dgm:pt>
    <dgm:pt modelId="{04A71C9B-CDB3-4EE4-987B-16030C6A944C}" type="sibTrans" cxnId="{2D29BADD-ADD9-45AE-AFAC-3568E457F20C}">
      <dgm:prSet/>
      <dgm:spPr/>
      <dgm:t>
        <a:bodyPr/>
        <a:lstStyle/>
        <a:p>
          <a:endParaRPr lang="en-US"/>
        </a:p>
      </dgm:t>
    </dgm:pt>
    <dgm:pt modelId="{0926CD10-4C4A-4AB1-8A8E-3F6AF65DB634}">
      <dgm:prSet/>
      <dgm:spPr/>
      <dgm:t>
        <a:bodyPr/>
        <a:lstStyle/>
        <a:p>
          <a:pPr>
            <a:defRPr cap="all"/>
          </a:pPr>
          <a:r>
            <a:rPr lang="en-US"/>
            <a:t>Edit ("e")</a:t>
          </a:r>
        </a:p>
      </dgm:t>
    </dgm:pt>
    <dgm:pt modelId="{F9290446-5297-4CA8-8D2D-065FFEB25E31}" type="parTrans" cxnId="{0F258B8C-04B9-4AE7-BDF6-C719A8C39BFD}">
      <dgm:prSet/>
      <dgm:spPr/>
      <dgm:t>
        <a:bodyPr/>
        <a:lstStyle/>
        <a:p>
          <a:endParaRPr lang="en-US"/>
        </a:p>
      </dgm:t>
    </dgm:pt>
    <dgm:pt modelId="{7476E2B6-5A96-4F7D-B74F-CCE5AD181AC6}" type="sibTrans" cxnId="{0F258B8C-04B9-4AE7-BDF6-C719A8C39BFD}">
      <dgm:prSet/>
      <dgm:spPr/>
      <dgm:t>
        <a:bodyPr/>
        <a:lstStyle/>
        <a:p>
          <a:endParaRPr lang="en-US"/>
        </a:p>
      </dgm:t>
    </dgm:pt>
    <dgm:pt modelId="{DF9DD928-6500-4DBB-81C4-E4BF8171C6E6}">
      <dgm:prSet/>
      <dgm:spPr/>
      <dgm:t>
        <a:bodyPr/>
        <a:lstStyle/>
        <a:p>
          <a:pPr>
            <a:defRPr cap="all"/>
          </a:pPr>
          <a:r>
            <a:rPr lang="en-US"/>
            <a:t>Squash ("s")</a:t>
          </a:r>
        </a:p>
      </dgm:t>
    </dgm:pt>
    <dgm:pt modelId="{CD180B96-E084-49D3-9D64-58FAF3AD343A}" type="parTrans" cxnId="{85C959EA-0EB6-49CB-8ABB-5A94971A85B2}">
      <dgm:prSet/>
      <dgm:spPr/>
      <dgm:t>
        <a:bodyPr/>
        <a:lstStyle/>
        <a:p>
          <a:endParaRPr lang="en-US"/>
        </a:p>
      </dgm:t>
    </dgm:pt>
    <dgm:pt modelId="{7B873442-D715-4DE9-90BC-10F1F5D7F78E}" type="sibTrans" cxnId="{85C959EA-0EB6-49CB-8ABB-5A94971A85B2}">
      <dgm:prSet/>
      <dgm:spPr/>
      <dgm:t>
        <a:bodyPr/>
        <a:lstStyle/>
        <a:p>
          <a:endParaRPr lang="en-US"/>
        </a:p>
      </dgm:t>
    </dgm:pt>
    <dgm:pt modelId="{110DBF59-2E86-4DF7-BFED-DD6C452E5940}">
      <dgm:prSet/>
      <dgm:spPr/>
      <dgm:t>
        <a:bodyPr/>
        <a:lstStyle/>
        <a:p>
          <a:pPr>
            <a:defRPr cap="all"/>
          </a:pPr>
          <a:r>
            <a:rPr lang="en-US"/>
            <a:t>Drop ("d")</a:t>
          </a:r>
        </a:p>
      </dgm:t>
    </dgm:pt>
    <dgm:pt modelId="{AEBB6F0F-FA9D-43D8-B4C3-9381A8E79FB3}" type="parTrans" cxnId="{CF11C981-FDD6-46CA-B231-BE1664704ECC}">
      <dgm:prSet/>
      <dgm:spPr/>
      <dgm:t>
        <a:bodyPr/>
        <a:lstStyle/>
        <a:p>
          <a:endParaRPr lang="en-US"/>
        </a:p>
      </dgm:t>
    </dgm:pt>
    <dgm:pt modelId="{EE80789B-3ABA-4C8D-840E-9FA83AC3CF4F}" type="sibTrans" cxnId="{CF11C981-FDD6-46CA-B231-BE1664704ECC}">
      <dgm:prSet/>
      <dgm:spPr/>
      <dgm:t>
        <a:bodyPr/>
        <a:lstStyle/>
        <a:p>
          <a:endParaRPr lang="en-US"/>
        </a:p>
      </dgm:t>
    </dgm:pt>
    <dgm:pt modelId="{E4C11C5B-5657-42C4-9F69-3EB26362F7DD}" type="pres">
      <dgm:prSet presAssocID="{5071676A-A17A-4FBA-917A-9052C8D99E0E}" presName="root" presStyleCnt="0">
        <dgm:presLayoutVars>
          <dgm:dir/>
          <dgm:resizeHandles val="exact"/>
        </dgm:presLayoutVars>
      </dgm:prSet>
      <dgm:spPr/>
    </dgm:pt>
    <dgm:pt modelId="{EBD41F1D-33D9-4D81-A5FB-B33D7BC4A3E8}" type="pres">
      <dgm:prSet presAssocID="{13371BD2-C2EA-48DF-B182-4A922AF3E6D8}" presName="compNode" presStyleCnt="0"/>
      <dgm:spPr/>
    </dgm:pt>
    <dgm:pt modelId="{914F66EA-7B52-40BD-8EFD-97D600AD39BA}" type="pres">
      <dgm:prSet presAssocID="{13371BD2-C2EA-48DF-B182-4A922AF3E6D8}" presName="iconBgRect" presStyleLbl="bgShp" presStyleIdx="0" presStyleCnt="5"/>
      <dgm:spPr/>
    </dgm:pt>
    <dgm:pt modelId="{3662106C-B87F-4541-BB91-939782BAD338}" type="pres">
      <dgm:prSet presAssocID="{13371BD2-C2EA-48DF-B182-4A922AF3E6D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CA79C807-8DE8-4480-9AA1-1A2341BFC552}" type="pres">
      <dgm:prSet presAssocID="{13371BD2-C2EA-48DF-B182-4A922AF3E6D8}" presName="spaceRect" presStyleCnt="0"/>
      <dgm:spPr/>
    </dgm:pt>
    <dgm:pt modelId="{BE9A69DA-06AA-4096-9BE0-8CF941E7072B}" type="pres">
      <dgm:prSet presAssocID="{13371BD2-C2EA-48DF-B182-4A922AF3E6D8}" presName="textRect" presStyleLbl="revTx" presStyleIdx="0" presStyleCnt="5">
        <dgm:presLayoutVars>
          <dgm:chMax val="1"/>
          <dgm:chPref val="1"/>
        </dgm:presLayoutVars>
      </dgm:prSet>
      <dgm:spPr/>
    </dgm:pt>
    <dgm:pt modelId="{F5582D7D-E174-440C-9A33-BD0F24464059}" type="pres">
      <dgm:prSet presAssocID="{C8D7DAAB-4CEE-4022-830E-8024674D1BD3}" presName="sibTrans" presStyleCnt="0"/>
      <dgm:spPr/>
    </dgm:pt>
    <dgm:pt modelId="{76ADE7F0-35E8-48D2-B184-702357D752EF}" type="pres">
      <dgm:prSet presAssocID="{14810789-D96A-41F8-A3AF-0FA0C7263741}" presName="compNode" presStyleCnt="0"/>
      <dgm:spPr/>
    </dgm:pt>
    <dgm:pt modelId="{8A2AAFB4-8A22-41BF-BACC-2947DD664B83}" type="pres">
      <dgm:prSet presAssocID="{14810789-D96A-41F8-A3AF-0FA0C7263741}" presName="iconBgRect" presStyleLbl="bgShp" presStyleIdx="1" presStyleCnt="5"/>
      <dgm:spPr/>
    </dgm:pt>
    <dgm:pt modelId="{DD727AD6-5F2B-46F3-89F5-C4F174C697DC}" type="pres">
      <dgm:prSet presAssocID="{14810789-D96A-41F8-A3AF-0FA0C726374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F216E563-E0CE-45BC-8ED6-1C0D2C104B37}" type="pres">
      <dgm:prSet presAssocID="{14810789-D96A-41F8-A3AF-0FA0C7263741}" presName="spaceRect" presStyleCnt="0"/>
      <dgm:spPr/>
    </dgm:pt>
    <dgm:pt modelId="{B36049FF-124E-4B99-8A65-1FBDAB56D311}" type="pres">
      <dgm:prSet presAssocID="{14810789-D96A-41F8-A3AF-0FA0C7263741}" presName="textRect" presStyleLbl="revTx" presStyleIdx="1" presStyleCnt="5">
        <dgm:presLayoutVars>
          <dgm:chMax val="1"/>
          <dgm:chPref val="1"/>
        </dgm:presLayoutVars>
      </dgm:prSet>
      <dgm:spPr/>
    </dgm:pt>
    <dgm:pt modelId="{3C34169A-17A0-4DA2-B874-79499B18D43F}" type="pres">
      <dgm:prSet presAssocID="{04A71C9B-CDB3-4EE4-987B-16030C6A944C}" presName="sibTrans" presStyleCnt="0"/>
      <dgm:spPr/>
    </dgm:pt>
    <dgm:pt modelId="{3BB7B4D5-8CF1-4189-BBA7-FB96FE4D8C86}" type="pres">
      <dgm:prSet presAssocID="{0926CD10-4C4A-4AB1-8A8E-3F6AF65DB634}" presName="compNode" presStyleCnt="0"/>
      <dgm:spPr/>
    </dgm:pt>
    <dgm:pt modelId="{5C938FCD-72A1-4E32-B9A7-5CD20E62032E}" type="pres">
      <dgm:prSet presAssocID="{0926CD10-4C4A-4AB1-8A8E-3F6AF65DB634}" presName="iconBgRect" presStyleLbl="bgShp" presStyleIdx="2" presStyleCnt="5"/>
      <dgm:spPr/>
    </dgm:pt>
    <dgm:pt modelId="{621CD4CE-C8EF-47AC-B141-82F64F54512B}" type="pres">
      <dgm:prSet presAssocID="{0926CD10-4C4A-4AB1-8A8E-3F6AF65DB63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"/>
        </a:ext>
      </dgm:extLst>
    </dgm:pt>
    <dgm:pt modelId="{C31C7A82-D58C-4C4A-9343-F51E1CE6E290}" type="pres">
      <dgm:prSet presAssocID="{0926CD10-4C4A-4AB1-8A8E-3F6AF65DB634}" presName="spaceRect" presStyleCnt="0"/>
      <dgm:spPr/>
    </dgm:pt>
    <dgm:pt modelId="{249C1309-8CA8-4145-B1ED-BDFC60E4628C}" type="pres">
      <dgm:prSet presAssocID="{0926CD10-4C4A-4AB1-8A8E-3F6AF65DB634}" presName="textRect" presStyleLbl="revTx" presStyleIdx="2" presStyleCnt="5">
        <dgm:presLayoutVars>
          <dgm:chMax val="1"/>
          <dgm:chPref val="1"/>
        </dgm:presLayoutVars>
      </dgm:prSet>
      <dgm:spPr/>
    </dgm:pt>
    <dgm:pt modelId="{0D386F6C-21C5-4294-8C43-A3D6F54F31DA}" type="pres">
      <dgm:prSet presAssocID="{7476E2B6-5A96-4F7D-B74F-CCE5AD181AC6}" presName="sibTrans" presStyleCnt="0"/>
      <dgm:spPr/>
    </dgm:pt>
    <dgm:pt modelId="{75AF61E8-2C1E-4159-B92B-1E8E092FDD1D}" type="pres">
      <dgm:prSet presAssocID="{DF9DD928-6500-4DBB-81C4-E4BF8171C6E6}" presName="compNode" presStyleCnt="0"/>
      <dgm:spPr/>
    </dgm:pt>
    <dgm:pt modelId="{2C90060A-9ABE-4F2F-910A-2662E95893AD}" type="pres">
      <dgm:prSet presAssocID="{DF9DD928-6500-4DBB-81C4-E4BF8171C6E6}" presName="iconBgRect" presStyleLbl="bgShp" presStyleIdx="3" presStyleCnt="5"/>
      <dgm:spPr/>
    </dgm:pt>
    <dgm:pt modelId="{3D0FE722-FAF2-492C-AD18-7BCCA82242FC}" type="pres">
      <dgm:prSet presAssocID="{DF9DD928-6500-4DBB-81C4-E4BF8171C6E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55830267-33B4-4CC5-B357-A441D6968584}" type="pres">
      <dgm:prSet presAssocID="{DF9DD928-6500-4DBB-81C4-E4BF8171C6E6}" presName="spaceRect" presStyleCnt="0"/>
      <dgm:spPr/>
    </dgm:pt>
    <dgm:pt modelId="{49A6F32E-DA82-4B65-B3B8-47435BEBD83E}" type="pres">
      <dgm:prSet presAssocID="{DF9DD928-6500-4DBB-81C4-E4BF8171C6E6}" presName="textRect" presStyleLbl="revTx" presStyleIdx="3" presStyleCnt="5">
        <dgm:presLayoutVars>
          <dgm:chMax val="1"/>
          <dgm:chPref val="1"/>
        </dgm:presLayoutVars>
      </dgm:prSet>
      <dgm:spPr/>
    </dgm:pt>
    <dgm:pt modelId="{C83B4DFC-2FE3-4898-BCEA-06717D278983}" type="pres">
      <dgm:prSet presAssocID="{7B873442-D715-4DE9-90BC-10F1F5D7F78E}" presName="sibTrans" presStyleCnt="0"/>
      <dgm:spPr/>
    </dgm:pt>
    <dgm:pt modelId="{8EE51A43-9D96-4F4F-92B3-B10518AA35C9}" type="pres">
      <dgm:prSet presAssocID="{110DBF59-2E86-4DF7-BFED-DD6C452E5940}" presName="compNode" presStyleCnt="0"/>
      <dgm:spPr/>
    </dgm:pt>
    <dgm:pt modelId="{0B9AF7E5-593B-4463-88FC-42D6F80F22BB}" type="pres">
      <dgm:prSet presAssocID="{110DBF59-2E86-4DF7-BFED-DD6C452E5940}" presName="iconBgRect" presStyleLbl="bgShp" presStyleIdx="4" presStyleCnt="5"/>
      <dgm:spPr/>
    </dgm:pt>
    <dgm:pt modelId="{20221C40-D29F-4DB1-B5A9-147ADF89CCA6}" type="pres">
      <dgm:prSet presAssocID="{110DBF59-2E86-4DF7-BFED-DD6C452E594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3FDC7553-41F5-4D2F-8D42-04723C1B0331}" type="pres">
      <dgm:prSet presAssocID="{110DBF59-2E86-4DF7-BFED-DD6C452E5940}" presName="spaceRect" presStyleCnt="0"/>
      <dgm:spPr/>
    </dgm:pt>
    <dgm:pt modelId="{FE1715D0-1E76-418F-8F06-43A6516F6803}" type="pres">
      <dgm:prSet presAssocID="{110DBF59-2E86-4DF7-BFED-DD6C452E594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5AC0218-287F-4E20-95B9-30E16D7CD24C}" type="presOf" srcId="{13371BD2-C2EA-48DF-B182-4A922AF3E6D8}" destId="{BE9A69DA-06AA-4096-9BE0-8CF941E7072B}" srcOrd="0" destOrd="0" presId="urn:microsoft.com/office/officeart/2018/5/layout/IconCircleLabelList"/>
    <dgm:cxn modelId="{87E69E1A-C8F6-4EEF-B144-59CD839D667D}" type="presOf" srcId="{0926CD10-4C4A-4AB1-8A8E-3F6AF65DB634}" destId="{249C1309-8CA8-4145-B1ED-BDFC60E4628C}" srcOrd="0" destOrd="0" presId="urn:microsoft.com/office/officeart/2018/5/layout/IconCircleLabelList"/>
    <dgm:cxn modelId="{892F4863-C7C9-4E4C-8E77-76A57E53F551}" srcId="{5071676A-A17A-4FBA-917A-9052C8D99E0E}" destId="{13371BD2-C2EA-48DF-B182-4A922AF3E6D8}" srcOrd="0" destOrd="0" parTransId="{34A021CC-9516-4043-8CCB-79E66179702D}" sibTransId="{C8D7DAAB-4CEE-4022-830E-8024674D1BD3}"/>
    <dgm:cxn modelId="{C88E7368-B533-4007-B374-318385A15C71}" type="presOf" srcId="{DF9DD928-6500-4DBB-81C4-E4BF8171C6E6}" destId="{49A6F32E-DA82-4B65-B3B8-47435BEBD83E}" srcOrd="0" destOrd="0" presId="urn:microsoft.com/office/officeart/2018/5/layout/IconCircleLabelList"/>
    <dgm:cxn modelId="{54825552-BD23-4B32-9C19-732B928C36DF}" type="presOf" srcId="{5071676A-A17A-4FBA-917A-9052C8D99E0E}" destId="{E4C11C5B-5657-42C4-9F69-3EB26362F7DD}" srcOrd="0" destOrd="0" presId="urn:microsoft.com/office/officeart/2018/5/layout/IconCircleLabelList"/>
    <dgm:cxn modelId="{CF11C981-FDD6-46CA-B231-BE1664704ECC}" srcId="{5071676A-A17A-4FBA-917A-9052C8D99E0E}" destId="{110DBF59-2E86-4DF7-BFED-DD6C452E5940}" srcOrd="4" destOrd="0" parTransId="{AEBB6F0F-FA9D-43D8-B4C3-9381A8E79FB3}" sibTransId="{EE80789B-3ABA-4C8D-840E-9FA83AC3CF4F}"/>
    <dgm:cxn modelId="{0F258B8C-04B9-4AE7-BDF6-C719A8C39BFD}" srcId="{5071676A-A17A-4FBA-917A-9052C8D99E0E}" destId="{0926CD10-4C4A-4AB1-8A8E-3F6AF65DB634}" srcOrd="2" destOrd="0" parTransId="{F9290446-5297-4CA8-8D2D-065FFEB25E31}" sibTransId="{7476E2B6-5A96-4F7D-B74F-CCE5AD181AC6}"/>
    <dgm:cxn modelId="{9D52F08E-376A-4ABF-919A-B06AD5102B1E}" type="presOf" srcId="{14810789-D96A-41F8-A3AF-0FA0C7263741}" destId="{B36049FF-124E-4B99-8A65-1FBDAB56D311}" srcOrd="0" destOrd="0" presId="urn:microsoft.com/office/officeart/2018/5/layout/IconCircleLabelList"/>
    <dgm:cxn modelId="{75FEBEAC-8C28-4D3B-BA90-65FD3F4DA11B}" type="presOf" srcId="{110DBF59-2E86-4DF7-BFED-DD6C452E5940}" destId="{FE1715D0-1E76-418F-8F06-43A6516F6803}" srcOrd="0" destOrd="0" presId="urn:microsoft.com/office/officeart/2018/5/layout/IconCircleLabelList"/>
    <dgm:cxn modelId="{2D29BADD-ADD9-45AE-AFAC-3568E457F20C}" srcId="{5071676A-A17A-4FBA-917A-9052C8D99E0E}" destId="{14810789-D96A-41F8-A3AF-0FA0C7263741}" srcOrd="1" destOrd="0" parTransId="{75C62338-6505-4536-B1B0-E12D31B60F59}" sibTransId="{04A71C9B-CDB3-4EE4-987B-16030C6A944C}"/>
    <dgm:cxn modelId="{85C959EA-0EB6-49CB-8ABB-5A94971A85B2}" srcId="{5071676A-A17A-4FBA-917A-9052C8D99E0E}" destId="{DF9DD928-6500-4DBB-81C4-E4BF8171C6E6}" srcOrd="3" destOrd="0" parTransId="{CD180B96-E084-49D3-9D64-58FAF3AD343A}" sibTransId="{7B873442-D715-4DE9-90BC-10F1F5D7F78E}"/>
    <dgm:cxn modelId="{64692F90-2948-42D6-9E50-63DFF182F76C}" type="presParOf" srcId="{E4C11C5B-5657-42C4-9F69-3EB26362F7DD}" destId="{EBD41F1D-33D9-4D81-A5FB-B33D7BC4A3E8}" srcOrd="0" destOrd="0" presId="urn:microsoft.com/office/officeart/2018/5/layout/IconCircleLabelList"/>
    <dgm:cxn modelId="{BBA3CE70-BF9A-434E-BBCB-3471CE62CED8}" type="presParOf" srcId="{EBD41F1D-33D9-4D81-A5FB-B33D7BC4A3E8}" destId="{914F66EA-7B52-40BD-8EFD-97D600AD39BA}" srcOrd="0" destOrd="0" presId="urn:microsoft.com/office/officeart/2018/5/layout/IconCircleLabelList"/>
    <dgm:cxn modelId="{B5030CC6-B71C-4B8F-B18D-0E1819561D7E}" type="presParOf" srcId="{EBD41F1D-33D9-4D81-A5FB-B33D7BC4A3E8}" destId="{3662106C-B87F-4541-BB91-939782BAD338}" srcOrd="1" destOrd="0" presId="urn:microsoft.com/office/officeart/2018/5/layout/IconCircleLabelList"/>
    <dgm:cxn modelId="{775ADE01-0A3A-4198-967A-9051F4044E86}" type="presParOf" srcId="{EBD41F1D-33D9-4D81-A5FB-B33D7BC4A3E8}" destId="{CA79C807-8DE8-4480-9AA1-1A2341BFC552}" srcOrd="2" destOrd="0" presId="urn:microsoft.com/office/officeart/2018/5/layout/IconCircleLabelList"/>
    <dgm:cxn modelId="{FF12CA91-0AFB-4B7B-9483-5DB524941702}" type="presParOf" srcId="{EBD41F1D-33D9-4D81-A5FB-B33D7BC4A3E8}" destId="{BE9A69DA-06AA-4096-9BE0-8CF941E7072B}" srcOrd="3" destOrd="0" presId="urn:microsoft.com/office/officeart/2018/5/layout/IconCircleLabelList"/>
    <dgm:cxn modelId="{53681AEA-5D7F-47AA-ACCC-4633E23018A5}" type="presParOf" srcId="{E4C11C5B-5657-42C4-9F69-3EB26362F7DD}" destId="{F5582D7D-E174-440C-9A33-BD0F24464059}" srcOrd="1" destOrd="0" presId="urn:microsoft.com/office/officeart/2018/5/layout/IconCircleLabelList"/>
    <dgm:cxn modelId="{CED2A80B-B6B0-453D-B084-FE7085898153}" type="presParOf" srcId="{E4C11C5B-5657-42C4-9F69-3EB26362F7DD}" destId="{76ADE7F0-35E8-48D2-B184-702357D752EF}" srcOrd="2" destOrd="0" presId="urn:microsoft.com/office/officeart/2018/5/layout/IconCircleLabelList"/>
    <dgm:cxn modelId="{4EDBCEDC-DCD9-4739-9BFC-29C2489AB2AF}" type="presParOf" srcId="{76ADE7F0-35E8-48D2-B184-702357D752EF}" destId="{8A2AAFB4-8A22-41BF-BACC-2947DD664B83}" srcOrd="0" destOrd="0" presId="urn:microsoft.com/office/officeart/2018/5/layout/IconCircleLabelList"/>
    <dgm:cxn modelId="{6B15CAE5-BA6B-4DEF-BB64-96C96DF4624C}" type="presParOf" srcId="{76ADE7F0-35E8-48D2-B184-702357D752EF}" destId="{DD727AD6-5F2B-46F3-89F5-C4F174C697DC}" srcOrd="1" destOrd="0" presId="urn:microsoft.com/office/officeart/2018/5/layout/IconCircleLabelList"/>
    <dgm:cxn modelId="{6F6D6BF7-C276-40CE-A1E3-672309769593}" type="presParOf" srcId="{76ADE7F0-35E8-48D2-B184-702357D752EF}" destId="{F216E563-E0CE-45BC-8ED6-1C0D2C104B37}" srcOrd="2" destOrd="0" presId="urn:microsoft.com/office/officeart/2018/5/layout/IconCircleLabelList"/>
    <dgm:cxn modelId="{70F0DC1D-4F8C-4EF7-A052-D4C6E8A518EB}" type="presParOf" srcId="{76ADE7F0-35E8-48D2-B184-702357D752EF}" destId="{B36049FF-124E-4B99-8A65-1FBDAB56D311}" srcOrd="3" destOrd="0" presId="urn:microsoft.com/office/officeart/2018/5/layout/IconCircleLabelList"/>
    <dgm:cxn modelId="{1694946D-3478-4D9B-89A2-1686F19AA657}" type="presParOf" srcId="{E4C11C5B-5657-42C4-9F69-3EB26362F7DD}" destId="{3C34169A-17A0-4DA2-B874-79499B18D43F}" srcOrd="3" destOrd="0" presId="urn:microsoft.com/office/officeart/2018/5/layout/IconCircleLabelList"/>
    <dgm:cxn modelId="{A90FF966-6246-4C01-A1CF-54CD876FD17A}" type="presParOf" srcId="{E4C11C5B-5657-42C4-9F69-3EB26362F7DD}" destId="{3BB7B4D5-8CF1-4189-BBA7-FB96FE4D8C86}" srcOrd="4" destOrd="0" presId="urn:microsoft.com/office/officeart/2018/5/layout/IconCircleLabelList"/>
    <dgm:cxn modelId="{2DF913CD-C774-43EB-930E-B0CD2DA99EF9}" type="presParOf" srcId="{3BB7B4D5-8CF1-4189-BBA7-FB96FE4D8C86}" destId="{5C938FCD-72A1-4E32-B9A7-5CD20E62032E}" srcOrd="0" destOrd="0" presId="urn:microsoft.com/office/officeart/2018/5/layout/IconCircleLabelList"/>
    <dgm:cxn modelId="{E091F4B3-98AB-4E04-B8F8-43B42DAA5A72}" type="presParOf" srcId="{3BB7B4D5-8CF1-4189-BBA7-FB96FE4D8C86}" destId="{621CD4CE-C8EF-47AC-B141-82F64F54512B}" srcOrd="1" destOrd="0" presId="urn:microsoft.com/office/officeart/2018/5/layout/IconCircleLabelList"/>
    <dgm:cxn modelId="{0DF7E698-8B4D-4701-9023-D2A54D352E4B}" type="presParOf" srcId="{3BB7B4D5-8CF1-4189-BBA7-FB96FE4D8C86}" destId="{C31C7A82-D58C-4C4A-9343-F51E1CE6E290}" srcOrd="2" destOrd="0" presId="urn:microsoft.com/office/officeart/2018/5/layout/IconCircleLabelList"/>
    <dgm:cxn modelId="{08DFFB05-1CA2-4BAB-A999-A3284D98F461}" type="presParOf" srcId="{3BB7B4D5-8CF1-4189-BBA7-FB96FE4D8C86}" destId="{249C1309-8CA8-4145-B1ED-BDFC60E4628C}" srcOrd="3" destOrd="0" presId="urn:microsoft.com/office/officeart/2018/5/layout/IconCircleLabelList"/>
    <dgm:cxn modelId="{91DC11EA-5531-4D19-A723-60FE7A000D8B}" type="presParOf" srcId="{E4C11C5B-5657-42C4-9F69-3EB26362F7DD}" destId="{0D386F6C-21C5-4294-8C43-A3D6F54F31DA}" srcOrd="5" destOrd="0" presId="urn:microsoft.com/office/officeart/2018/5/layout/IconCircleLabelList"/>
    <dgm:cxn modelId="{DB7C19D4-8630-4161-BA21-B9D55CA22B7F}" type="presParOf" srcId="{E4C11C5B-5657-42C4-9F69-3EB26362F7DD}" destId="{75AF61E8-2C1E-4159-B92B-1E8E092FDD1D}" srcOrd="6" destOrd="0" presId="urn:microsoft.com/office/officeart/2018/5/layout/IconCircleLabelList"/>
    <dgm:cxn modelId="{1A39931A-E76E-42E7-8565-5E481947B910}" type="presParOf" srcId="{75AF61E8-2C1E-4159-B92B-1E8E092FDD1D}" destId="{2C90060A-9ABE-4F2F-910A-2662E95893AD}" srcOrd="0" destOrd="0" presId="urn:microsoft.com/office/officeart/2018/5/layout/IconCircleLabelList"/>
    <dgm:cxn modelId="{BFDB3CD7-78E8-4D2E-9770-E28B5B2401F2}" type="presParOf" srcId="{75AF61E8-2C1E-4159-B92B-1E8E092FDD1D}" destId="{3D0FE722-FAF2-492C-AD18-7BCCA82242FC}" srcOrd="1" destOrd="0" presId="urn:microsoft.com/office/officeart/2018/5/layout/IconCircleLabelList"/>
    <dgm:cxn modelId="{9922CB56-6792-4263-8AA0-940C75C67620}" type="presParOf" srcId="{75AF61E8-2C1E-4159-B92B-1E8E092FDD1D}" destId="{55830267-33B4-4CC5-B357-A441D6968584}" srcOrd="2" destOrd="0" presId="urn:microsoft.com/office/officeart/2018/5/layout/IconCircleLabelList"/>
    <dgm:cxn modelId="{07D27447-5DA4-4AAA-977A-49ECCBF1213B}" type="presParOf" srcId="{75AF61E8-2C1E-4159-B92B-1E8E092FDD1D}" destId="{49A6F32E-DA82-4B65-B3B8-47435BEBD83E}" srcOrd="3" destOrd="0" presId="urn:microsoft.com/office/officeart/2018/5/layout/IconCircleLabelList"/>
    <dgm:cxn modelId="{4423B85A-97F1-4F3D-BB81-54DFA190B311}" type="presParOf" srcId="{E4C11C5B-5657-42C4-9F69-3EB26362F7DD}" destId="{C83B4DFC-2FE3-4898-BCEA-06717D278983}" srcOrd="7" destOrd="0" presId="urn:microsoft.com/office/officeart/2018/5/layout/IconCircleLabelList"/>
    <dgm:cxn modelId="{5AD88099-BA72-488D-B28A-76D3BAF1C720}" type="presParOf" srcId="{E4C11C5B-5657-42C4-9F69-3EB26362F7DD}" destId="{8EE51A43-9D96-4F4F-92B3-B10518AA35C9}" srcOrd="8" destOrd="0" presId="urn:microsoft.com/office/officeart/2018/5/layout/IconCircleLabelList"/>
    <dgm:cxn modelId="{B3471420-D35F-4A49-AB4A-C1445F90675C}" type="presParOf" srcId="{8EE51A43-9D96-4F4F-92B3-B10518AA35C9}" destId="{0B9AF7E5-593B-4463-88FC-42D6F80F22BB}" srcOrd="0" destOrd="0" presId="urn:microsoft.com/office/officeart/2018/5/layout/IconCircleLabelList"/>
    <dgm:cxn modelId="{B68AF263-AC03-4F1C-AC59-22280E2F033D}" type="presParOf" srcId="{8EE51A43-9D96-4F4F-92B3-B10518AA35C9}" destId="{20221C40-D29F-4DB1-B5A9-147ADF89CCA6}" srcOrd="1" destOrd="0" presId="urn:microsoft.com/office/officeart/2018/5/layout/IconCircleLabelList"/>
    <dgm:cxn modelId="{4A02949B-E0E4-4043-AFB7-F301D4F17F91}" type="presParOf" srcId="{8EE51A43-9D96-4F4F-92B3-B10518AA35C9}" destId="{3FDC7553-41F5-4D2F-8D42-04723C1B0331}" srcOrd="2" destOrd="0" presId="urn:microsoft.com/office/officeart/2018/5/layout/IconCircleLabelList"/>
    <dgm:cxn modelId="{3335AFD6-33DB-477D-9F49-682E9C835345}" type="presParOf" srcId="{8EE51A43-9D96-4F4F-92B3-B10518AA35C9}" destId="{FE1715D0-1E76-418F-8F06-43A6516F680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967729-1A6B-4069-9F06-C581D677EA1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D9CC03-B6D5-4956-8594-172DF19B91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Strength:</a:t>
          </a:r>
          <a:r>
            <a:rPr lang="en-US"/>
            <a:t> Isolation of changes and reducing conflicts.</a:t>
          </a:r>
        </a:p>
      </dgm:t>
    </dgm:pt>
    <dgm:pt modelId="{0F8DA55A-8933-4677-8E63-BF99EE511C37}" type="parTrans" cxnId="{3D24DCD9-1FDA-4443-B018-569A7377FA86}">
      <dgm:prSet/>
      <dgm:spPr/>
      <dgm:t>
        <a:bodyPr/>
        <a:lstStyle/>
        <a:p>
          <a:endParaRPr lang="en-US"/>
        </a:p>
      </dgm:t>
    </dgm:pt>
    <dgm:pt modelId="{55B83972-8BF3-46D6-8E29-0BD9222B6725}" type="sibTrans" cxnId="{3D24DCD9-1FDA-4443-B018-569A7377FA86}">
      <dgm:prSet/>
      <dgm:spPr/>
      <dgm:t>
        <a:bodyPr/>
        <a:lstStyle/>
        <a:p>
          <a:endParaRPr lang="en-US"/>
        </a:p>
      </dgm:t>
    </dgm:pt>
    <dgm:pt modelId="{BB94A36D-0266-4BE1-AEFA-A6363CBE8E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Weakness:</a:t>
          </a:r>
          <a:r>
            <a:rPr lang="en-US"/>
            <a:t> Can become complex and require diligent branch management.</a:t>
          </a:r>
        </a:p>
      </dgm:t>
    </dgm:pt>
    <dgm:pt modelId="{0885B413-E51C-453C-8071-43CF25CF8A03}" type="parTrans" cxnId="{60F0F3C2-B492-452B-A3B0-B6FCBBC46121}">
      <dgm:prSet/>
      <dgm:spPr/>
      <dgm:t>
        <a:bodyPr/>
        <a:lstStyle/>
        <a:p>
          <a:endParaRPr lang="en-US"/>
        </a:p>
      </dgm:t>
    </dgm:pt>
    <dgm:pt modelId="{22516123-6C08-4B5D-97A4-7710EAFCBF51}" type="sibTrans" cxnId="{60F0F3C2-B492-452B-A3B0-B6FCBBC46121}">
      <dgm:prSet/>
      <dgm:spPr/>
      <dgm:t>
        <a:bodyPr/>
        <a:lstStyle/>
        <a:p>
          <a:endParaRPr lang="en-US"/>
        </a:p>
      </dgm:t>
    </dgm:pt>
    <dgm:pt modelId="{76457A15-E867-46D4-A589-0EB36148BAFF}" type="pres">
      <dgm:prSet presAssocID="{BB967729-1A6B-4069-9F06-C581D677EA1C}" presName="root" presStyleCnt="0">
        <dgm:presLayoutVars>
          <dgm:dir/>
          <dgm:resizeHandles val="exact"/>
        </dgm:presLayoutVars>
      </dgm:prSet>
      <dgm:spPr/>
    </dgm:pt>
    <dgm:pt modelId="{A719DD11-FDFA-48D6-938E-06714963B635}" type="pres">
      <dgm:prSet presAssocID="{87D9CC03-B6D5-4956-8594-172DF19B9134}" presName="compNode" presStyleCnt="0"/>
      <dgm:spPr/>
    </dgm:pt>
    <dgm:pt modelId="{A9F01948-E149-4703-8065-815B3FE9C2FE}" type="pres">
      <dgm:prSet presAssocID="{87D9CC03-B6D5-4956-8594-172DF19B913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98C01590-86D0-499D-A4B3-DFDA904C1A90}" type="pres">
      <dgm:prSet presAssocID="{87D9CC03-B6D5-4956-8594-172DF19B9134}" presName="spaceRect" presStyleCnt="0"/>
      <dgm:spPr/>
    </dgm:pt>
    <dgm:pt modelId="{C4E42D47-82F2-4545-9408-A15B53E9A019}" type="pres">
      <dgm:prSet presAssocID="{87D9CC03-B6D5-4956-8594-172DF19B9134}" presName="textRect" presStyleLbl="revTx" presStyleIdx="0" presStyleCnt="2">
        <dgm:presLayoutVars>
          <dgm:chMax val="1"/>
          <dgm:chPref val="1"/>
        </dgm:presLayoutVars>
      </dgm:prSet>
      <dgm:spPr/>
    </dgm:pt>
    <dgm:pt modelId="{EA06E325-3642-4AA6-848A-FA331E1CCAD8}" type="pres">
      <dgm:prSet presAssocID="{55B83972-8BF3-46D6-8E29-0BD9222B6725}" presName="sibTrans" presStyleCnt="0"/>
      <dgm:spPr/>
    </dgm:pt>
    <dgm:pt modelId="{0708B332-29FE-4EB4-BEFC-449FA86317BD}" type="pres">
      <dgm:prSet presAssocID="{BB94A36D-0266-4BE1-AEFA-A6363CBE8E9F}" presName="compNode" presStyleCnt="0"/>
      <dgm:spPr/>
    </dgm:pt>
    <dgm:pt modelId="{BF59CDD0-1B64-4058-9307-37FB206C414F}" type="pres">
      <dgm:prSet presAssocID="{BB94A36D-0266-4BE1-AEFA-A6363CBE8E9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1D1E87EB-2E2E-4DFB-831B-4D4CF414B1C3}" type="pres">
      <dgm:prSet presAssocID="{BB94A36D-0266-4BE1-AEFA-A6363CBE8E9F}" presName="spaceRect" presStyleCnt="0"/>
      <dgm:spPr/>
    </dgm:pt>
    <dgm:pt modelId="{CA4ECEE7-AE2B-480C-9C49-38C875918EEA}" type="pres">
      <dgm:prSet presAssocID="{BB94A36D-0266-4BE1-AEFA-A6363CBE8E9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874B60C-88BE-4EFF-99FD-466595DAC35C}" type="presOf" srcId="{BB967729-1A6B-4069-9F06-C581D677EA1C}" destId="{76457A15-E867-46D4-A589-0EB36148BAFF}" srcOrd="0" destOrd="0" presId="urn:microsoft.com/office/officeart/2018/2/layout/IconLabelList"/>
    <dgm:cxn modelId="{FA2351A6-B4A1-48F4-9EBF-291A4C8769C5}" type="presOf" srcId="{BB94A36D-0266-4BE1-AEFA-A6363CBE8E9F}" destId="{CA4ECEE7-AE2B-480C-9C49-38C875918EEA}" srcOrd="0" destOrd="0" presId="urn:microsoft.com/office/officeart/2018/2/layout/IconLabelList"/>
    <dgm:cxn modelId="{60F0F3C2-B492-452B-A3B0-B6FCBBC46121}" srcId="{BB967729-1A6B-4069-9F06-C581D677EA1C}" destId="{BB94A36D-0266-4BE1-AEFA-A6363CBE8E9F}" srcOrd="1" destOrd="0" parTransId="{0885B413-E51C-453C-8071-43CF25CF8A03}" sibTransId="{22516123-6C08-4B5D-97A4-7710EAFCBF51}"/>
    <dgm:cxn modelId="{3D24DCD9-1FDA-4443-B018-569A7377FA86}" srcId="{BB967729-1A6B-4069-9F06-C581D677EA1C}" destId="{87D9CC03-B6D5-4956-8594-172DF19B9134}" srcOrd="0" destOrd="0" parTransId="{0F8DA55A-8933-4677-8E63-BF99EE511C37}" sibTransId="{55B83972-8BF3-46D6-8E29-0BD9222B6725}"/>
    <dgm:cxn modelId="{8312DFE4-9299-427C-9030-00C35FC2A01A}" type="presOf" srcId="{87D9CC03-B6D5-4956-8594-172DF19B9134}" destId="{C4E42D47-82F2-4545-9408-A15B53E9A019}" srcOrd="0" destOrd="0" presId="urn:microsoft.com/office/officeart/2018/2/layout/IconLabelList"/>
    <dgm:cxn modelId="{EB091F3E-DF7B-4EBD-8972-2DEF6B19FAA7}" type="presParOf" srcId="{76457A15-E867-46D4-A589-0EB36148BAFF}" destId="{A719DD11-FDFA-48D6-938E-06714963B635}" srcOrd="0" destOrd="0" presId="urn:microsoft.com/office/officeart/2018/2/layout/IconLabelList"/>
    <dgm:cxn modelId="{B3CC2785-B26F-4A59-B69B-3FEBD8A73788}" type="presParOf" srcId="{A719DD11-FDFA-48D6-938E-06714963B635}" destId="{A9F01948-E149-4703-8065-815B3FE9C2FE}" srcOrd="0" destOrd="0" presId="urn:microsoft.com/office/officeart/2018/2/layout/IconLabelList"/>
    <dgm:cxn modelId="{74E5A674-0584-44F8-83AE-C323E54D1FDA}" type="presParOf" srcId="{A719DD11-FDFA-48D6-938E-06714963B635}" destId="{98C01590-86D0-499D-A4B3-DFDA904C1A90}" srcOrd="1" destOrd="0" presId="urn:microsoft.com/office/officeart/2018/2/layout/IconLabelList"/>
    <dgm:cxn modelId="{9C75F9DC-C451-497D-B5D6-464247ADC5C4}" type="presParOf" srcId="{A719DD11-FDFA-48D6-938E-06714963B635}" destId="{C4E42D47-82F2-4545-9408-A15B53E9A019}" srcOrd="2" destOrd="0" presId="urn:microsoft.com/office/officeart/2018/2/layout/IconLabelList"/>
    <dgm:cxn modelId="{083D6474-F413-4F1E-B1E4-939EC02303E0}" type="presParOf" srcId="{76457A15-E867-46D4-A589-0EB36148BAFF}" destId="{EA06E325-3642-4AA6-848A-FA331E1CCAD8}" srcOrd="1" destOrd="0" presId="urn:microsoft.com/office/officeart/2018/2/layout/IconLabelList"/>
    <dgm:cxn modelId="{14242BF2-9BAA-4BA9-A324-E8AB3F91C1D6}" type="presParOf" srcId="{76457A15-E867-46D4-A589-0EB36148BAFF}" destId="{0708B332-29FE-4EB4-BEFC-449FA86317BD}" srcOrd="2" destOrd="0" presId="urn:microsoft.com/office/officeart/2018/2/layout/IconLabelList"/>
    <dgm:cxn modelId="{D29E6AA6-E8B9-4B88-8CCA-E01C5826F6D8}" type="presParOf" srcId="{0708B332-29FE-4EB4-BEFC-449FA86317BD}" destId="{BF59CDD0-1B64-4058-9307-37FB206C414F}" srcOrd="0" destOrd="0" presId="urn:microsoft.com/office/officeart/2018/2/layout/IconLabelList"/>
    <dgm:cxn modelId="{CE64D4B2-1F8F-4E18-85A8-7FC5B764CCF7}" type="presParOf" srcId="{0708B332-29FE-4EB4-BEFC-449FA86317BD}" destId="{1D1E87EB-2E2E-4DFB-831B-4D4CF414B1C3}" srcOrd="1" destOrd="0" presId="urn:microsoft.com/office/officeart/2018/2/layout/IconLabelList"/>
    <dgm:cxn modelId="{BB183015-6899-47C4-B54E-6E7DBBCF61AC}" type="presParOf" srcId="{0708B332-29FE-4EB4-BEFC-449FA86317BD}" destId="{CA4ECEE7-AE2B-480C-9C49-38C875918EE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27A28A-A7A3-4706-A2BB-55E64DD661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FC212F-A59A-455F-973F-8CB6797644F8}">
      <dgm:prSet/>
      <dgm:spPr/>
      <dgm:t>
        <a:bodyPr/>
        <a:lstStyle/>
        <a:p>
          <a:r>
            <a:rPr lang="en-US" b="1"/>
            <a:t>Strength:</a:t>
          </a:r>
          <a:r>
            <a:rPr lang="en-US"/>
            <a:t> Suitable for projects with scheduled releases and long-term maintenance.</a:t>
          </a:r>
        </a:p>
      </dgm:t>
    </dgm:pt>
    <dgm:pt modelId="{012C4170-DA24-4AF7-9D12-F26A61AAD555}" type="parTrans" cxnId="{C7BDE05C-CBEA-475C-A6E1-7230D6AF23AC}">
      <dgm:prSet/>
      <dgm:spPr/>
      <dgm:t>
        <a:bodyPr/>
        <a:lstStyle/>
        <a:p>
          <a:endParaRPr lang="en-US"/>
        </a:p>
      </dgm:t>
    </dgm:pt>
    <dgm:pt modelId="{EA4E3590-1E8A-44D2-A212-AED0E2B3E908}" type="sibTrans" cxnId="{C7BDE05C-CBEA-475C-A6E1-7230D6AF23AC}">
      <dgm:prSet/>
      <dgm:spPr/>
      <dgm:t>
        <a:bodyPr/>
        <a:lstStyle/>
        <a:p>
          <a:endParaRPr lang="en-US"/>
        </a:p>
      </dgm:t>
    </dgm:pt>
    <dgm:pt modelId="{1F55C35D-5317-42BD-B1FF-43A2E9A1F3B9}">
      <dgm:prSet/>
      <dgm:spPr/>
      <dgm:t>
        <a:bodyPr/>
        <a:lstStyle/>
        <a:p>
          <a:r>
            <a:rPr lang="en-US" b="1"/>
            <a:t>Weakness:</a:t>
          </a:r>
          <a:r>
            <a:rPr lang="en-US"/>
            <a:t> Can be overly complex for smaller teams</a:t>
          </a:r>
        </a:p>
      </dgm:t>
    </dgm:pt>
    <dgm:pt modelId="{B9346194-D38A-486C-A3FF-2F23E595B2AD}" type="parTrans" cxnId="{D62C8960-BDCB-4EC0-9735-7B02047DF9E7}">
      <dgm:prSet/>
      <dgm:spPr/>
      <dgm:t>
        <a:bodyPr/>
        <a:lstStyle/>
        <a:p>
          <a:endParaRPr lang="en-US"/>
        </a:p>
      </dgm:t>
    </dgm:pt>
    <dgm:pt modelId="{E7543FAD-32B5-4EA4-931C-2E2F2A57D23D}" type="sibTrans" cxnId="{D62C8960-BDCB-4EC0-9735-7B02047DF9E7}">
      <dgm:prSet/>
      <dgm:spPr/>
      <dgm:t>
        <a:bodyPr/>
        <a:lstStyle/>
        <a:p>
          <a:endParaRPr lang="en-US"/>
        </a:p>
      </dgm:t>
    </dgm:pt>
    <dgm:pt modelId="{99361804-A180-413A-8B35-AD97B4239E93}" type="pres">
      <dgm:prSet presAssocID="{7327A28A-A7A3-4706-A2BB-55E64DD661CF}" presName="root" presStyleCnt="0">
        <dgm:presLayoutVars>
          <dgm:dir/>
          <dgm:resizeHandles val="exact"/>
        </dgm:presLayoutVars>
      </dgm:prSet>
      <dgm:spPr/>
    </dgm:pt>
    <dgm:pt modelId="{835EF215-D19F-40F5-9067-4BE92D454172}" type="pres">
      <dgm:prSet presAssocID="{EAFC212F-A59A-455F-973F-8CB6797644F8}" presName="compNode" presStyleCnt="0"/>
      <dgm:spPr/>
    </dgm:pt>
    <dgm:pt modelId="{D4C7AA1E-FF5E-428B-8E73-08FDE9F5C9C4}" type="pres">
      <dgm:prSet presAssocID="{EAFC212F-A59A-455F-973F-8CB6797644F8}" presName="bgRect" presStyleLbl="bgShp" presStyleIdx="0" presStyleCnt="2"/>
      <dgm:spPr/>
    </dgm:pt>
    <dgm:pt modelId="{E868C51F-0DD0-4E71-AEE6-7781DA35B62B}" type="pres">
      <dgm:prSet presAssocID="{EAFC212F-A59A-455F-973F-8CB6797644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dozer"/>
        </a:ext>
      </dgm:extLst>
    </dgm:pt>
    <dgm:pt modelId="{8B42A00D-AF43-4BD7-97FF-221E1924F88F}" type="pres">
      <dgm:prSet presAssocID="{EAFC212F-A59A-455F-973F-8CB6797644F8}" presName="spaceRect" presStyleCnt="0"/>
      <dgm:spPr/>
    </dgm:pt>
    <dgm:pt modelId="{AE1317A8-8BE5-434A-9FF3-7F82CE9A86D9}" type="pres">
      <dgm:prSet presAssocID="{EAFC212F-A59A-455F-973F-8CB6797644F8}" presName="parTx" presStyleLbl="revTx" presStyleIdx="0" presStyleCnt="2">
        <dgm:presLayoutVars>
          <dgm:chMax val="0"/>
          <dgm:chPref val="0"/>
        </dgm:presLayoutVars>
      </dgm:prSet>
      <dgm:spPr/>
    </dgm:pt>
    <dgm:pt modelId="{403E30B2-1978-4B9D-8BC5-5E052823F714}" type="pres">
      <dgm:prSet presAssocID="{EA4E3590-1E8A-44D2-A212-AED0E2B3E908}" presName="sibTrans" presStyleCnt="0"/>
      <dgm:spPr/>
    </dgm:pt>
    <dgm:pt modelId="{B24DF267-AA22-4456-955F-AEE0FD1D55D7}" type="pres">
      <dgm:prSet presAssocID="{1F55C35D-5317-42BD-B1FF-43A2E9A1F3B9}" presName="compNode" presStyleCnt="0"/>
      <dgm:spPr/>
    </dgm:pt>
    <dgm:pt modelId="{E4391F80-BB76-491A-89FE-4615AC8F9306}" type="pres">
      <dgm:prSet presAssocID="{1F55C35D-5317-42BD-B1FF-43A2E9A1F3B9}" presName="bgRect" presStyleLbl="bgShp" presStyleIdx="1" presStyleCnt="2"/>
      <dgm:spPr/>
    </dgm:pt>
    <dgm:pt modelId="{40BC41AA-B444-4628-9742-38C3C8EF6C9D}" type="pres">
      <dgm:prSet presAssocID="{1F55C35D-5317-42BD-B1FF-43A2E9A1F3B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3071A00-00F6-41E3-8B5B-433FF351BCA4}" type="pres">
      <dgm:prSet presAssocID="{1F55C35D-5317-42BD-B1FF-43A2E9A1F3B9}" presName="spaceRect" presStyleCnt="0"/>
      <dgm:spPr/>
    </dgm:pt>
    <dgm:pt modelId="{620ED542-0D0F-4C04-AE98-5F5F27348D41}" type="pres">
      <dgm:prSet presAssocID="{1F55C35D-5317-42BD-B1FF-43A2E9A1F3B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7BDE05C-CBEA-475C-A6E1-7230D6AF23AC}" srcId="{7327A28A-A7A3-4706-A2BB-55E64DD661CF}" destId="{EAFC212F-A59A-455F-973F-8CB6797644F8}" srcOrd="0" destOrd="0" parTransId="{012C4170-DA24-4AF7-9D12-F26A61AAD555}" sibTransId="{EA4E3590-1E8A-44D2-A212-AED0E2B3E908}"/>
    <dgm:cxn modelId="{D62C8960-BDCB-4EC0-9735-7B02047DF9E7}" srcId="{7327A28A-A7A3-4706-A2BB-55E64DD661CF}" destId="{1F55C35D-5317-42BD-B1FF-43A2E9A1F3B9}" srcOrd="1" destOrd="0" parTransId="{B9346194-D38A-486C-A3FF-2F23E595B2AD}" sibTransId="{E7543FAD-32B5-4EA4-931C-2E2F2A57D23D}"/>
    <dgm:cxn modelId="{A8B4584F-73C4-4D3D-A844-29E6B0F65E40}" type="presOf" srcId="{7327A28A-A7A3-4706-A2BB-55E64DD661CF}" destId="{99361804-A180-413A-8B35-AD97B4239E93}" srcOrd="0" destOrd="0" presId="urn:microsoft.com/office/officeart/2018/2/layout/IconVerticalSolidList"/>
    <dgm:cxn modelId="{4C61DF72-AFB1-449D-8FFE-0DB951FDA596}" type="presOf" srcId="{EAFC212F-A59A-455F-973F-8CB6797644F8}" destId="{AE1317A8-8BE5-434A-9FF3-7F82CE9A86D9}" srcOrd="0" destOrd="0" presId="urn:microsoft.com/office/officeart/2018/2/layout/IconVerticalSolidList"/>
    <dgm:cxn modelId="{F8B14D75-0E6F-41A6-8AEB-05CAF98794FC}" type="presOf" srcId="{1F55C35D-5317-42BD-B1FF-43A2E9A1F3B9}" destId="{620ED542-0D0F-4C04-AE98-5F5F27348D41}" srcOrd="0" destOrd="0" presId="urn:microsoft.com/office/officeart/2018/2/layout/IconVerticalSolidList"/>
    <dgm:cxn modelId="{8C0445FE-BCFD-45D0-8470-1CCD45492370}" type="presParOf" srcId="{99361804-A180-413A-8B35-AD97B4239E93}" destId="{835EF215-D19F-40F5-9067-4BE92D454172}" srcOrd="0" destOrd="0" presId="urn:microsoft.com/office/officeart/2018/2/layout/IconVerticalSolidList"/>
    <dgm:cxn modelId="{28D0CBCC-7F0E-4E04-BD7D-4917B1C2A0C0}" type="presParOf" srcId="{835EF215-D19F-40F5-9067-4BE92D454172}" destId="{D4C7AA1E-FF5E-428B-8E73-08FDE9F5C9C4}" srcOrd="0" destOrd="0" presId="urn:microsoft.com/office/officeart/2018/2/layout/IconVerticalSolidList"/>
    <dgm:cxn modelId="{193247B2-8F81-4BC9-A897-AABB750B03DF}" type="presParOf" srcId="{835EF215-D19F-40F5-9067-4BE92D454172}" destId="{E868C51F-0DD0-4E71-AEE6-7781DA35B62B}" srcOrd="1" destOrd="0" presId="urn:microsoft.com/office/officeart/2018/2/layout/IconVerticalSolidList"/>
    <dgm:cxn modelId="{ADE71396-C441-4235-A054-5C2623274161}" type="presParOf" srcId="{835EF215-D19F-40F5-9067-4BE92D454172}" destId="{8B42A00D-AF43-4BD7-97FF-221E1924F88F}" srcOrd="2" destOrd="0" presId="urn:microsoft.com/office/officeart/2018/2/layout/IconVerticalSolidList"/>
    <dgm:cxn modelId="{12E98634-409C-4C3D-A3FC-69D149952465}" type="presParOf" srcId="{835EF215-D19F-40F5-9067-4BE92D454172}" destId="{AE1317A8-8BE5-434A-9FF3-7F82CE9A86D9}" srcOrd="3" destOrd="0" presId="urn:microsoft.com/office/officeart/2018/2/layout/IconVerticalSolidList"/>
    <dgm:cxn modelId="{CD3549E2-83D9-43B5-A1F6-7AA391157373}" type="presParOf" srcId="{99361804-A180-413A-8B35-AD97B4239E93}" destId="{403E30B2-1978-4B9D-8BC5-5E052823F714}" srcOrd="1" destOrd="0" presId="urn:microsoft.com/office/officeart/2018/2/layout/IconVerticalSolidList"/>
    <dgm:cxn modelId="{68071AE7-CB15-43D8-9816-337AD40DEC3F}" type="presParOf" srcId="{99361804-A180-413A-8B35-AD97B4239E93}" destId="{B24DF267-AA22-4456-955F-AEE0FD1D55D7}" srcOrd="2" destOrd="0" presId="urn:microsoft.com/office/officeart/2018/2/layout/IconVerticalSolidList"/>
    <dgm:cxn modelId="{F4C09F8F-5AD8-4E37-A1F1-2AD32F538068}" type="presParOf" srcId="{B24DF267-AA22-4456-955F-AEE0FD1D55D7}" destId="{E4391F80-BB76-491A-89FE-4615AC8F9306}" srcOrd="0" destOrd="0" presId="urn:microsoft.com/office/officeart/2018/2/layout/IconVerticalSolidList"/>
    <dgm:cxn modelId="{64960089-D73A-4F64-B09B-CE98896AC82E}" type="presParOf" srcId="{B24DF267-AA22-4456-955F-AEE0FD1D55D7}" destId="{40BC41AA-B444-4628-9742-38C3C8EF6C9D}" srcOrd="1" destOrd="0" presId="urn:microsoft.com/office/officeart/2018/2/layout/IconVerticalSolidList"/>
    <dgm:cxn modelId="{5AAB9C9A-7C8D-449B-A7BA-3130AA25D017}" type="presParOf" srcId="{B24DF267-AA22-4456-955F-AEE0FD1D55D7}" destId="{F3071A00-00F6-41E3-8B5B-433FF351BCA4}" srcOrd="2" destOrd="0" presId="urn:microsoft.com/office/officeart/2018/2/layout/IconVerticalSolidList"/>
    <dgm:cxn modelId="{1B83E8CB-2D69-4E5D-B775-40D29D50481F}" type="presParOf" srcId="{B24DF267-AA22-4456-955F-AEE0FD1D55D7}" destId="{620ED542-0D0F-4C04-AE98-5F5F27348D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930B95-B6E5-41B5-A095-335F0D0FC1C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7AB939-C38D-4D4E-96DA-7818F84C0E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Strength:</a:t>
          </a:r>
          <a:r>
            <a:rPr lang="en-US"/>
            <a:t> Encourages collaboration from external contributors without granting direct write access to the main repository.</a:t>
          </a:r>
        </a:p>
      </dgm:t>
    </dgm:pt>
    <dgm:pt modelId="{55134304-2A7F-4104-AF97-6C3F81A878F6}" type="parTrans" cxnId="{596C0F4B-4626-4EF2-B380-17AFFF6CA5C6}">
      <dgm:prSet/>
      <dgm:spPr/>
      <dgm:t>
        <a:bodyPr/>
        <a:lstStyle/>
        <a:p>
          <a:endParaRPr lang="en-US"/>
        </a:p>
      </dgm:t>
    </dgm:pt>
    <dgm:pt modelId="{80163B51-7FDE-4C18-86B5-5FE89EF4DF52}" type="sibTrans" cxnId="{596C0F4B-4626-4EF2-B380-17AFFF6CA5C6}">
      <dgm:prSet/>
      <dgm:spPr/>
      <dgm:t>
        <a:bodyPr/>
        <a:lstStyle/>
        <a:p>
          <a:endParaRPr lang="en-US"/>
        </a:p>
      </dgm:t>
    </dgm:pt>
    <dgm:pt modelId="{AF5C159C-CC2A-49EF-8F12-45B7E0DBA4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Weakness:</a:t>
          </a:r>
          <a:r>
            <a:rPr lang="en-US"/>
            <a:t> Maintaining synchronization between forks and the main repository can be challenging.</a:t>
          </a:r>
        </a:p>
      </dgm:t>
    </dgm:pt>
    <dgm:pt modelId="{8C8CE946-3660-45FE-945D-75F7A9A91DA7}" type="parTrans" cxnId="{864E8A4E-EE91-409D-8A63-682FDCBC83F3}">
      <dgm:prSet/>
      <dgm:spPr/>
      <dgm:t>
        <a:bodyPr/>
        <a:lstStyle/>
        <a:p>
          <a:endParaRPr lang="en-US"/>
        </a:p>
      </dgm:t>
    </dgm:pt>
    <dgm:pt modelId="{01E1FB19-D182-48C9-8FDA-F1A5EE89A390}" type="sibTrans" cxnId="{864E8A4E-EE91-409D-8A63-682FDCBC83F3}">
      <dgm:prSet/>
      <dgm:spPr/>
      <dgm:t>
        <a:bodyPr/>
        <a:lstStyle/>
        <a:p>
          <a:endParaRPr lang="en-US"/>
        </a:p>
      </dgm:t>
    </dgm:pt>
    <dgm:pt modelId="{F4F82379-32BF-4804-B6CB-0609190C7A2C}" type="pres">
      <dgm:prSet presAssocID="{85930B95-B6E5-41B5-A095-335F0D0FC1C3}" presName="root" presStyleCnt="0">
        <dgm:presLayoutVars>
          <dgm:dir/>
          <dgm:resizeHandles val="exact"/>
        </dgm:presLayoutVars>
      </dgm:prSet>
      <dgm:spPr/>
    </dgm:pt>
    <dgm:pt modelId="{9385EAA8-D38F-4C6E-8CAE-964D53AC3E04}" type="pres">
      <dgm:prSet presAssocID="{957AB939-C38D-4D4E-96DA-7818F84C0EC6}" presName="compNode" presStyleCnt="0"/>
      <dgm:spPr/>
    </dgm:pt>
    <dgm:pt modelId="{4CB9860F-8374-472F-B7CD-9F8C6BC7AD8D}" type="pres">
      <dgm:prSet presAssocID="{957AB939-C38D-4D4E-96DA-7818F84C0EC6}" presName="bgRect" presStyleLbl="bgShp" presStyleIdx="0" presStyleCnt="2"/>
      <dgm:spPr/>
    </dgm:pt>
    <dgm:pt modelId="{3FAC1CDD-6125-41D9-8367-F2B5F07F0AB1}" type="pres">
      <dgm:prSet presAssocID="{957AB939-C38D-4D4E-96DA-7818F84C0EC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44C3BB9-4AF4-4FD0-84B5-924F610E8D88}" type="pres">
      <dgm:prSet presAssocID="{957AB939-C38D-4D4E-96DA-7818F84C0EC6}" presName="spaceRect" presStyleCnt="0"/>
      <dgm:spPr/>
    </dgm:pt>
    <dgm:pt modelId="{A51FCB16-10F3-46A1-BBA2-3D192A33A43B}" type="pres">
      <dgm:prSet presAssocID="{957AB939-C38D-4D4E-96DA-7818F84C0EC6}" presName="parTx" presStyleLbl="revTx" presStyleIdx="0" presStyleCnt="2">
        <dgm:presLayoutVars>
          <dgm:chMax val="0"/>
          <dgm:chPref val="0"/>
        </dgm:presLayoutVars>
      </dgm:prSet>
      <dgm:spPr/>
    </dgm:pt>
    <dgm:pt modelId="{0B3A7288-AF83-444D-95E9-6F3433F6F1E3}" type="pres">
      <dgm:prSet presAssocID="{80163B51-7FDE-4C18-86B5-5FE89EF4DF52}" presName="sibTrans" presStyleCnt="0"/>
      <dgm:spPr/>
    </dgm:pt>
    <dgm:pt modelId="{74BC3780-41A3-4B3C-86C7-E4BD404719B2}" type="pres">
      <dgm:prSet presAssocID="{AF5C159C-CC2A-49EF-8F12-45B7E0DBA488}" presName="compNode" presStyleCnt="0"/>
      <dgm:spPr/>
    </dgm:pt>
    <dgm:pt modelId="{CFB4F894-D47A-45BC-B3EF-6DE33A03249C}" type="pres">
      <dgm:prSet presAssocID="{AF5C159C-CC2A-49EF-8F12-45B7E0DBA488}" presName="bgRect" presStyleLbl="bgShp" presStyleIdx="1" presStyleCnt="2"/>
      <dgm:spPr/>
    </dgm:pt>
    <dgm:pt modelId="{29DEC6B7-89FE-4641-97D3-1DBD88991643}" type="pres">
      <dgm:prSet presAssocID="{AF5C159C-CC2A-49EF-8F12-45B7E0DBA48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4EE112DA-F692-458A-BC8B-B19064CFA52B}" type="pres">
      <dgm:prSet presAssocID="{AF5C159C-CC2A-49EF-8F12-45B7E0DBA488}" presName="spaceRect" presStyleCnt="0"/>
      <dgm:spPr/>
    </dgm:pt>
    <dgm:pt modelId="{CBB64D3D-1C45-4D14-96E8-B78CFC1F9B89}" type="pres">
      <dgm:prSet presAssocID="{AF5C159C-CC2A-49EF-8F12-45B7E0DBA48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333595C-B458-4717-8485-0CD6A17A8311}" type="presOf" srcId="{AF5C159C-CC2A-49EF-8F12-45B7E0DBA488}" destId="{CBB64D3D-1C45-4D14-96E8-B78CFC1F9B89}" srcOrd="0" destOrd="0" presId="urn:microsoft.com/office/officeart/2018/2/layout/IconVerticalSolidList"/>
    <dgm:cxn modelId="{596C0F4B-4626-4EF2-B380-17AFFF6CA5C6}" srcId="{85930B95-B6E5-41B5-A095-335F0D0FC1C3}" destId="{957AB939-C38D-4D4E-96DA-7818F84C0EC6}" srcOrd="0" destOrd="0" parTransId="{55134304-2A7F-4104-AF97-6C3F81A878F6}" sibTransId="{80163B51-7FDE-4C18-86B5-5FE89EF4DF52}"/>
    <dgm:cxn modelId="{864E8A4E-EE91-409D-8A63-682FDCBC83F3}" srcId="{85930B95-B6E5-41B5-A095-335F0D0FC1C3}" destId="{AF5C159C-CC2A-49EF-8F12-45B7E0DBA488}" srcOrd="1" destOrd="0" parTransId="{8C8CE946-3660-45FE-945D-75F7A9A91DA7}" sibTransId="{01E1FB19-D182-48C9-8FDA-F1A5EE89A390}"/>
    <dgm:cxn modelId="{D8889F58-1A36-481C-A5FC-35086832669E}" type="presOf" srcId="{85930B95-B6E5-41B5-A095-335F0D0FC1C3}" destId="{F4F82379-32BF-4804-B6CB-0609190C7A2C}" srcOrd="0" destOrd="0" presId="urn:microsoft.com/office/officeart/2018/2/layout/IconVerticalSolidList"/>
    <dgm:cxn modelId="{16506498-2A40-4F8B-87E3-89F4FC0A6D87}" type="presOf" srcId="{957AB939-C38D-4D4E-96DA-7818F84C0EC6}" destId="{A51FCB16-10F3-46A1-BBA2-3D192A33A43B}" srcOrd="0" destOrd="0" presId="urn:microsoft.com/office/officeart/2018/2/layout/IconVerticalSolidList"/>
    <dgm:cxn modelId="{A4F40F4C-6B73-43AE-BCAA-C337C6DC1617}" type="presParOf" srcId="{F4F82379-32BF-4804-B6CB-0609190C7A2C}" destId="{9385EAA8-D38F-4C6E-8CAE-964D53AC3E04}" srcOrd="0" destOrd="0" presId="urn:microsoft.com/office/officeart/2018/2/layout/IconVerticalSolidList"/>
    <dgm:cxn modelId="{6482B564-6C13-4628-B3FF-2D2C15F364CF}" type="presParOf" srcId="{9385EAA8-D38F-4C6E-8CAE-964D53AC3E04}" destId="{4CB9860F-8374-472F-B7CD-9F8C6BC7AD8D}" srcOrd="0" destOrd="0" presId="urn:microsoft.com/office/officeart/2018/2/layout/IconVerticalSolidList"/>
    <dgm:cxn modelId="{96D52673-22B4-493B-ACEE-02923A778F73}" type="presParOf" srcId="{9385EAA8-D38F-4C6E-8CAE-964D53AC3E04}" destId="{3FAC1CDD-6125-41D9-8367-F2B5F07F0AB1}" srcOrd="1" destOrd="0" presId="urn:microsoft.com/office/officeart/2018/2/layout/IconVerticalSolidList"/>
    <dgm:cxn modelId="{2D4B2951-A2F6-4903-A0BD-6E3496D601F1}" type="presParOf" srcId="{9385EAA8-D38F-4C6E-8CAE-964D53AC3E04}" destId="{F44C3BB9-4AF4-4FD0-84B5-924F610E8D88}" srcOrd="2" destOrd="0" presId="urn:microsoft.com/office/officeart/2018/2/layout/IconVerticalSolidList"/>
    <dgm:cxn modelId="{2D1292A5-2E8A-4D65-BD3E-FA2ACD56B326}" type="presParOf" srcId="{9385EAA8-D38F-4C6E-8CAE-964D53AC3E04}" destId="{A51FCB16-10F3-46A1-BBA2-3D192A33A43B}" srcOrd="3" destOrd="0" presId="urn:microsoft.com/office/officeart/2018/2/layout/IconVerticalSolidList"/>
    <dgm:cxn modelId="{26213FE6-2CDF-4AE7-B4D1-648F1D872967}" type="presParOf" srcId="{F4F82379-32BF-4804-B6CB-0609190C7A2C}" destId="{0B3A7288-AF83-444D-95E9-6F3433F6F1E3}" srcOrd="1" destOrd="0" presId="urn:microsoft.com/office/officeart/2018/2/layout/IconVerticalSolidList"/>
    <dgm:cxn modelId="{71806D66-EB5F-42DE-AD84-8A6134AE6FBB}" type="presParOf" srcId="{F4F82379-32BF-4804-B6CB-0609190C7A2C}" destId="{74BC3780-41A3-4B3C-86C7-E4BD404719B2}" srcOrd="2" destOrd="0" presId="urn:microsoft.com/office/officeart/2018/2/layout/IconVerticalSolidList"/>
    <dgm:cxn modelId="{70E4E30A-03AF-470A-9A30-DB36827681FA}" type="presParOf" srcId="{74BC3780-41A3-4B3C-86C7-E4BD404719B2}" destId="{CFB4F894-D47A-45BC-B3EF-6DE33A03249C}" srcOrd="0" destOrd="0" presId="urn:microsoft.com/office/officeart/2018/2/layout/IconVerticalSolidList"/>
    <dgm:cxn modelId="{D242A7D9-1D52-4D59-8579-A4DE5E944573}" type="presParOf" srcId="{74BC3780-41A3-4B3C-86C7-E4BD404719B2}" destId="{29DEC6B7-89FE-4641-97D3-1DBD88991643}" srcOrd="1" destOrd="0" presId="urn:microsoft.com/office/officeart/2018/2/layout/IconVerticalSolidList"/>
    <dgm:cxn modelId="{A0D35EB6-1CFA-4AC6-9B9F-9BFBD7DBD242}" type="presParOf" srcId="{74BC3780-41A3-4B3C-86C7-E4BD404719B2}" destId="{4EE112DA-F692-458A-BC8B-B19064CFA52B}" srcOrd="2" destOrd="0" presId="urn:microsoft.com/office/officeart/2018/2/layout/IconVerticalSolidList"/>
    <dgm:cxn modelId="{706B2DBC-7E62-4252-965B-8CC73387E792}" type="presParOf" srcId="{74BC3780-41A3-4B3C-86C7-E4BD404719B2}" destId="{CBB64D3D-1C45-4D14-96E8-B78CFC1F9B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0B9FFDE-5AFF-492B-851D-168795D7BDB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B1056D-4476-4D1A-AFA2-50BCE562BD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Strength:</a:t>
          </a:r>
          <a:r>
            <a:rPr lang="en-US"/>
            <a:t> Facilitates code review, collaboration, and knowledge sharing among team members.</a:t>
          </a:r>
        </a:p>
      </dgm:t>
    </dgm:pt>
    <dgm:pt modelId="{B5D3DBFF-2012-46D7-961B-473E06DD07C6}" type="parTrans" cxnId="{EB520D4C-BAAC-4347-BBEC-DC0D828B055E}">
      <dgm:prSet/>
      <dgm:spPr/>
      <dgm:t>
        <a:bodyPr/>
        <a:lstStyle/>
        <a:p>
          <a:endParaRPr lang="en-US"/>
        </a:p>
      </dgm:t>
    </dgm:pt>
    <dgm:pt modelId="{26C11722-A99E-4AF8-8670-A666D3DC5B06}" type="sibTrans" cxnId="{EB520D4C-BAAC-4347-BBEC-DC0D828B055E}">
      <dgm:prSet/>
      <dgm:spPr/>
      <dgm:t>
        <a:bodyPr/>
        <a:lstStyle/>
        <a:p>
          <a:endParaRPr lang="en-US"/>
        </a:p>
      </dgm:t>
    </dgm:pt>
    <dgm:pt modelId="{707DB130-C99E-48B5-950A-C468270BF2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Weakness:</a:t>
          </a:r>
          <a:r>
            <a:rPr lang="en-US"/>
            <a:t> Dependency on human code reviewers can introduce delays in the development process.</a:t>
          </a:r>
        </a:p>
      </dgm:t>
    </dgm:pt>
    <dgm:pt modelId="{F4B62BB5-3F0F-4CA0-B996-463CB575F084}" type="parTrans" cxnId="{4D8A39C9-4254-47D4-9C83-4F9B271E526D}">
      <dgm:prSet/>
      <dgm:spPr/>
      <dgm:t>
        <a:bodyPr/>
        <a:lstStyle/>
        <a:p>
          <a:endParaRPr lang="en-US"/>
        </a:p>
      </dgm:t>
    </dgm:pt>
    <dgm:pt modelId="{B9948B57-4BCA-416C-A5EF-0C51D071AABB}" type="sibTrans" cxnId="{4D8A39C9-4254-47D4-9C83-4F9B271E526D}">
      <dgm:prSet/>
      <dgm:spPr/>
      <dgm:t>
        <a:bodyPr/>
        <a:lstStyle/>
        <a:p>
          <a:endParaRPr lang="en-US"/>
        </a:p>
      </dgm:t>
    </dgm:pt>
    <dgm:pt modelId="{9995606B-0760-442A-88A3-9E5B6E4C1916}" type="pres">
      <dgm:prSet presAssocID="{50B9FFDE-5AFF-492B-851D-168795D7BDBE}" presName="root" presStyleCnt="0">
        <dgm:presLayoutVars>
          <dgm:dir/>
          <dgm:resizeHandles val="exact"/>
        </dgm:presLayoutVars>
      </dgm:prSet>
      <dgm:spPr/>
    </dgm:pt>
    <dgm:pt modelId="{917C0ED2-42AB-46EF-B499-082FB47B39BC}" type="pres">
      <dgm:prSet presAssocID="{60B1056D-4476-4D1A-AFA2-50BCE562BD62}" presName="compNode" presStyleCnt="0"/>
      <dgm:spPr/>
    </dgm:pt>
    <dgm:pt modelId="{3A371629-01BC-404C-A80E-8994A09F7DA1}" type="pres">
      <dgm:prSet presAssocID="{60B1056D-4476-4D1A-AFA2-50BCE562BD62}" presName="bgRect" presStyleLbl="bgShp" presStyleIdx="0" presStyleCnt="2"/>
      <dgm:spPr/>
    </dgm:pt>
    <dgm:pt modelId="{183756E0-F881-4D71-A514-977BAD86B541}" type="pres">
      <dgm:prSet presAssocID="{60B1056D-4476-4D1A-AFA2-50BCE562BD6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3319DB8-3C58-4775-B508-EED51666BB5F}" type="pres">
      <dgm:prSet presAssocID="{60B1056D-4476-4D1A-AFA2-50BCE562BD62}" presName="spaceRect" presStyleCnt="0"/>
      <dgm:spPr/>
    </dgm:pt>
    <dgm:pt modelId="{17D06D7E-F864-4C6C-99E0-08176560E029}" type="pres">
      <dgm:prSet presAssocID="{60B1056D-4476-4D1A-AFA2-50BCE562BD62}" presName="parTx" presStyleLbl="revTx" presStyleIdx="0" presStyleCnt="2">
        <dgm:presLayoutVars>
          <dgm:chMax val="0"/>
          <dgm:chPref val="0"/>
        </dgm:presLayoutVars>
      </dgm:prSet>
      <dgm:spPr/>
    </dgm:pt>
    <dgm:pt modelId="{B88DB214-416C-463F-B451-94039CC8F2E9}" type="pres">
      <dgm:prSet presAssocID="{26C11722-A99E-4AF8-8670-A666D3DC5B06}" presName="sibTrans" presStyleCnt="0"/>
      <dgm:spPr/>
    </dgm:pt>
    <dgm:pt modelId="{14B404BD-361D-431A-9B59-6EE5814881EF}" type="pres">
      <dgm:prSet presAssocID="{707DB130-C99E-48B5-950A-C468270BF23E}" presName="compNode" presStyleCnt="0"/>
      <dgm:spPr/>
    </dgm:pt>
    <dgm:pt modelId="{2FC841FC-0DAA-4218-B8FF-F10737419D96}" type="pres">
      <dgm:prSet presAssocID="{707DB130-C99E-48B5-950A-C468270BF23E}" presName="bgRect" presStyleLbl="bgShp" presStyleIdx="1" presStyleCnt="2"/>
      <dgm:spPr/>
    </dgm:pt>
    <dgm:pt modelId="{428A2C54-E2FC-4964-8D60-B9AD01686888}" type="pres">
      <dgm:prSet presAssocID="{707DB130-C99E-48B5-950A-C468270BF23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44CB2F01-B5FC-46FF-A9FB-65640A1AABBB}" type="pres">
      <dgm:prSet presAssocID="{707DB130-C99E-48B5-950A-C468270BF23E}" presName="spaceRect" presStyleCnt="0"/>
      <dgm:spPr/>
    </dgm:pt>
    <dgm:pt modelId="{9426F915-9794-4106-8A7A-3582B11D61A5}" type="pres">
      <dgm:prSet presAssocID="{707DB130-C99E-48B5-950A-C468270BF23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B358A21-E3F5-4B0C-8186-3D6E83F0C37F}" type="presOf" srcId="{60B1056D-4476-4D1A-AFA2-50BCE562BD62}" destId="{17D06D7E-F864-4C6C-99E0-08176560E029}" srcOrd="0" destOrd="0" presId="urn:microsoft.com/office/officeart/2018/2/layout/IconVerticalSolidList"/>
    <dgm:cxn modelId="{EB520D4C-BAAC-4347-BBEC-DC0D828B055E}" srcId="{50B9FFDE-5AFF-492B-851D-168795D7BDBE}" destId="{60B1056D-4476-4D1A-AFA2-50BCE562BD62}" srcOrd="0" destOrd="0" parTransId="{B5D3DBFF-2012-46D7-961B-473E06DD07C6}" sibTransId="{26C11722-A99E-4AF8-8670-A666D3DC5B06}"/>
    <dgm:cxn modelId="{7A5B8151-6CF8-4AF9-B7B0-68CC49197DA0}" type="presOf" srcId="{50B9FFDE-5AFF-492B-851D-168795D7BDBE}" destId="{9995606B-0760-442A-88A3-9E5B6E4C1916}" srcOrd="0" destOrd="0" presId="urn:microsoft.com/office/officeart/2018/2/layout/IconVerticalSolidList"/>
    <dgm:cxn modelId="{8098FBB5-E92F-4A6E-AEBC-903262E013C8}" type="presOf" srcId="{707DB130-C99E-48B5-950A-C468270BF23E}" destId="{9426F915-9794-4106-8A7A-3582B11D61A5}" srcOrd="0" destOrd="0" presId="urn:microsoft.com/office/officeart/2018/2/layout/IconVerticalSolidList"/>
    <dgm:cxn modelId="{4D8A39C9-4254-47D4-9C83-4F9B271E526D}" srcId="{50B9FFDE-5AFF-492B-851D-168795D7BDBE}" destId="{707DB130-C99E-48B5-950A-C468270BF23E}" srcOrd="1" destOrd="0" parTransId="{F4B62BB5-3F0F-4CA0-B996-463CB575F084}" sibTransId="{B9948B57-4BCA-416C-A5EF-0C51D071AABB}"/>
    <dgm:cxn modelId="{6CFDD60A-1431-4EA4-8DA3-9B0F9D470766}" type="presParOf" srcId="{9995606B-0760-442A-88A3-9E5B6E4C1916}" destId="{917C0ED2-42AB-46EF-B499-082FB47B39BC}" srcOrd="0" destOrd="0" presId="urn:microsoft.com/office/officeart/2018/2/layout/IconVerticalSolidList"/>
    <dgm:cxn modelId="{F6B63F6D-75F1-4D20-8560-C925810F531E}" type="presParOf" srcId="{917C0ED2-42AB-46EF-B499-082FB47B39BC}" destId="{3A371629-01BC-404C-A80E-8994A09F7DA1}" srcOrd="0" destOrd="0" presId="urn:microsoft.com/office/officeart/2018/2/layout/IconVerticalSolidList"/>
    <dgm:cxn modelId="{A46F94D4-1CEB-4EAB-9B2C-783D6D93EB57}" type="presParOf" srcId="{917C0ED2-42AB-46EF-B499-082FB47B39BC}" destId="{183756E0-F881-4D71-A514-977BAD86B541}" srcOrd="1" destOrd="0" presId="urn:microsoft.com/office/officeart/2018/2/layout/IconVerticalSolidList"/>
    <dgm:cxn modelId="{5B9FC837-40BF-4BEF-B78E-4A50706FD744}" type="presParOf" srcId="{917C0ED2-42AB-46EF-B499-082FB47B39BC}" destId="{C3319DB8-3C58-4775-B508-EED51666BB5F}" srcOrd="2" destOrd="0" presId="urn:microsoft.com/office/officeart/2018/2/layout/IconVerticalSolidList"/>
    <dgm:cxn modelId="{22140B03-B909-481D-B022-3658974688F5}" type="presParOf" srcId="{917C0ED2-42AB-46EF-B499-082FB47B39BC}" destId="{17D06D7E-F864-4C6C-99E0-08176560E029}" srcOrd="3" destOrd="0" presId="urn:microsoft.com/office/officeart/2018/2/layout/IconVerticalSolidList"/>
    <dgm:cxn modelId="{05F39F5C-2488-4EE1-AB26-48F4FBD72C9D}" type="presParOf" srcId="{9995606B-0760-442A-88A3-9E5B6E4C1916}" destId="{B88DB214-416C-463F-B451-94039CC8F2E9}" srcOrd="1" destOrd="0" presId="urn:microsoft.com/office/officeart/2018/2/layout/IconVerticalSolidList"/>
    <dgm:cxn modelId="{51BFF2D7-FF66-49E6-B148-3FF9446DDFB0}" type="presParOf" srcId="{9995606B-0760-442A-88A3-9E5B6E4C1916}" destId="{14B404BD-361D-431A-9B59-6EE5814881EF}" srcOrd="2" destOrd="0" presId="urn:microsoft.com/office/officeart/2018/2/layout/IconVerticalSolidList"/>
    <dgm:cxn modelId="{81D99C06-A209-4107-B764-B7D5873E0D66}" type="presParOf" srcId="{14B404BD-361D-431A-9B59-6EE5814881EF}" destId="{2FC841FC-0DAA-4218-B8FF-F10737419D96}" srcOrd="0" destOrd="0" presId="urn:microsoft.com/office/officeart/2018/2/layout/IconVerticalSolidList"/>
    <dgm:cxn modelId="{FF6319D7-6748-4D8D-AC3C-BAA344F55DC2}" type="presParOf" srcId="{14B404BD-361D-431A-9B59-6EE5814881EF}" destId="{428A2C54-E2FC-4964-8D60-B9AD01686888}" srcOrd="1" destOrd="0" presId="urn:microsoft.com/office/officeart/2018/2/layout/IconVerticalSolidList"/>
    <dgm:cxn modelId="{DDBAD954-6DE7-4870-A609-C272E3C19F10}" type="presParOf" srcId="{14B404BD-361D-431A-9B59-6EE5814881EF}" destId="{44CB2F01-B5FC-46FF-A9FB-65640A1AABBB}" srcOrd="2" destOrd="0" presId="urn:microsoft.com/office/officeart/2018/2/layout/IconVerticalSolidList"/>
    <dgm:cxn modelId="{D8985921-1A36-4FCC-86CB-4121432A5D0A}" type="presParOf" srcId="{14B404BD-361D-431A-9B59-6EE5814881EF}" destId="{9426F915-9794-4106-8A7A-3582B11D61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F66EA-7B52-40BD-8EFD-97D600AD39BA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2106C-B87F-4541-BB91-939782BAD338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A69DA-06AA-4096-9BE0-8CF941E7072B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Pick ("p")</a:t>
          </a:r>
        </a:p>
      </dsp:txBody>
      <dsp:txXfrm>
        <a:off x="127800" y="2535669"/>
        <a:ext cx="1800000" cy="720000"/>
      </dsp:txXfrm>
    </dsp:sp>
    <dsp:sp modelId="{8A2AAFB4-8A22-41BF-BACC-2947DD664B83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727AD6-5F2B-46F3-89F5-C4F174C697DC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049FF-124E-4B99-8A65-1FBDAB56D311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Reword ("r")</a:t>
          </a:r>
        </a:p>
      </dsp:txBody>
      <dsp:txXfrm>
        <a:off x="2242800" y="2535669"/>
        <a:ext cx="1800000" cy="720000"/>
      </dsp:txXfrm>
    </dsp:sp>
    <dsp:sp modelId="{5C938FCD-72A1-4E32-B9A7-5CD20E62032E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CD4CE-C8EF-47AC-B141-82F64F54512B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9C1309-8CA8-4145-B1ED-BDFC60E4628C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Edit ("e")</a:t>
          </a:r>
        </a:p>
      </dsp:txBody>
      <dsp:txXfrm>
        <a:off x="4357800" y="2535669"/>
        <a:ext cx="1800000" cy="720000"/>
      </dsp:txXfrm>
    </dsp:sp>
    <dsp:sp modelId="{2C90060A-9ABE-4F2F-910A-2662E95893AD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FE722-FAF2-492C-AD18-7BCCA82242FC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6F32E-DA82-4B65-B3B8-47435BEBD83E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Squash ("s")</a:t>
          </a:r>
        </a:p>
      </dsp:txBody>
      <dsp:txXfrm>
        <a:off x="6472800" y="2535669"/>
        <a:ext cx="1800000" cy="720000"/>
      </dsp:txXfrm>
    </dsp:sp>
    <dsp:sp modelId="{0B9AF7E5-593B-4463-88FC-42D6F80F22BB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21C40-D29F-4DB1-B5A9-147ADF89CCA6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715D0-1E76-418F-8F06-43A6516F6803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Drop ("d")</a:t>
          </a:r>
        </a:p>
      </dsp:txBody>
      <dsp:txXfrm>
        <a:off x="8587800" y="2535669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F01948-E149-4703-8065-815B3FE9C2FE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42D47-82F2-4545-9408-A15B53E9A019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Strength:</a:t>
          </a:r>
          <a:r>
            <a:rPr lang="en-US" sz="2000" kern="1200"/>
            <a:t> Isolation of changes and reducing conflicts.</a:t>
          </a:r>
        </a:p>
      </dsp:txBody>
      <dsp:txXfrm>
        <a:off x="559800" y="3022743"/>
        <a:ext cx="4320000" cy="720000"/>
      </dsp:txXfrm>
    </dsp:sp>
    <dsp:sp modelId="{BF59CDD0-1B64-4058-9307-37FB206C414F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ECEE7-AE2B-480C-9C49-38C875918EEA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Weakness:</a:t>
          </a:r>
          <a:r>
            <a:rPr lang="en-US" sz="2000" kern="1200"/>
            <a:t> Can become complex and require diligent branch management.</a:t>
          </a:r>
        </a:p>
      </dsp:txBody>
      <dsp:txXfrm>
        <a:off x="5635800" y="3022743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C7AA1E-FF5E-428B-8E73-08FDE9F5C9C4}">
      <dsp:nvSpPr>
        <dsp:cNvPr id="0" name=""/>
        <dsp:cNvSpPr/>
      </dsp:nvSpPr>
      <dsp:spPr>
        <a:xfrm>
          <a:off x="0" y="908268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68C51F-0DD0-4E71-AEE6-7781DA35B62B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317A8-8BE5-434A-9FF3-7F82CE9A86D9}">
      <dsp:nvSpPr>
        <dsp:cNvPr id="0" name=""/>
        <dsp:cNvSpPr/>
      </dsp:nvSpPr>
      <dsp:spPr>
        <a:xfrm>
          <a:off x="1936708" y="908268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Strength:</a:t>
          </a:r>
          <a:r>
            <a:rPr lang="en-US" sz="2300" kern="1200"/>
            <a:t> Suitable for projects with scheduled releases and long-term maintenance.</a:t>
          </a:r>
        </a:p>
      </dsp:txBody>
      <dsp:txXfrm>
        <a:off x="1936708" y="908268"/>
        <a:ext cx="4308556" cy="1676804"/>
      </dsp:txXfrm>
    </dsp:sp>
    <dsp:sp modelId="{E4391F80-BB76-491A-89FE-4615AC8F9306}">
      <dsp:nvSpPr>
        <dsp:cNvPr id="0" name=""/>
        <dsp:cNvSpPr/>
      </dsp:nvSpPr>
      <dsp:spPr>
        <a:xfrm>
          <a:off x="0" y="3004274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C41AA-B444-4628-9742-38C3C8EF6C9D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ED542-0D0F-4C04-AE98-5F5F27348D41}">
      <dsp:nvSpPr>
        <dsp:cNvPr id="0" name=""/>
        <dsp:cNvSpPr/>
      </dsp:nvSpPr>
      <dsp:spPr>
        <a:xfrm>
          <a:off x="1936708" y="3004274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Weakness:</a:t>
          </a:r>
          <a:r>
            <a:rPr lang="en-US" sz="2300" kern="1200"/>
            <a:t> Can be overly complex for smaller teams</a:t>
          </a:r>
        </a:p>
      </dsp:txBody>
      <dsp:txXfrm>
        <a:off x="1936708" y="3004274"/>
        <a:ext cx="4308556" cy="16768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B9860F-8374-472F-B7CD-9F8C6BC7AD8D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C1CDD-6125-41D9-8367-F2B5F07F0AB1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FCB16-10F3-46A1-BBA2-3D192A33A43B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Strength:</a:t>
          </a:r>
          <a:r>
            <a:rPr lang="en-US" sz="2500" kern="1200"/>
            <a:t> Encourages collaboration from external contributors without granting direct write access to the main repository.</a:t>
          </a:r>
        </a:p>
      </dsp:txBody>
      <dsp:txXfrm>
        <a:off x="1507738" y="707092"/>
        <a:ext cx="9007861" cy="1305401"/>
      </dsp:txXfrm>
    </dsp:sp>
    <dsp:sp modelId="{CFB4F894-D47A-45BC-B3EF-6DE33A03249C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EC6B7-89FE-4641-97D3-1DBD88991643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64D3D-1C45-4D14-96E8-B78CFC1F9B89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Weakness:</a:t>
          </a:r>
          <a:r>
            <a:rPr lang="en-US" sz="2500" kern="1200"/>
            <a:t> Maintaining synchronization between forks and the main repository can be challenging.</a:t>
          </a:r>
        </a:p>
      </dsp:txBody>
      <dsp:txXfrm>
        <a:off x="1507738" y="2338844"/>
        <a:ext cx="9007861" cy="13054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71629-01BC-404C-A80E-8994A09F7DA1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756E0-F881-4D71-A514-977BAD86B541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06D7E-F864-4C6C-99E0-08176560E029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Strength:</a:t>
          </a:r>
          <a:r>
            <a:rPr lang="en-US" sz="2500" kern="1200"/>
            <a:t> Facilitates code review, collaboration, and knowledge sharing among team members.</a:t>
          </a:r>
        </a:p>
      </dsp:txBody>
      <dsp:txXfrm>
        <a:off x="1507738" y="707092"/>
        <a:ext cx="9007861" cy="1305401"/>
      </dsp:txXfrm>
    </dsp:sp>
    <dsp:sp modelId="{2FC841FC-0DAA-4218-B8FF-F10737419D96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8A2C54-E2FC-4964-8D60-B9AD01686888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6F915-9794-4106-8A7A-3582B11D61A5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Weakness:</a:t>
          </a:r>
          <a:r>
            <a:rPr lang="en-US" sz="2500" kern="1200"/>
            <a:t> Dependency on human code reviewers can introduce delays in the development process.</a:t>
          </a:r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t For Beginners | Part I — Basic Git Concepts | by Varun Dwarkani |  Dwarsoft | Medium">
            <a:extLst>
              <a:ext uri="{FF2B5EF4-FFF2-40B4-BE49-F238E27FC236}">
                <a16:creationId xmlns:a16="http://schemas.microsoft.com/office/drawing/2014/main" id="{8E8FD817-2F31-32D2-BC44-AA498B3AD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490" y="-41892"/>
            <a:ext cx="12240488" cy="733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one">
            <a:extLst>
              <a:ext uri="{FF2B5EF4-FFF2-40B4-BE49-F238E27FC236}">
                <a16:creationId xmlns:a16="http://schemas.microsoft.com/office/drawing/2014/main" id="{E8CE507C-EE8D-77E3-A79A-986E7920B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466" y="643466"/>
            <a:ext cx="55710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1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784FE-8D0B-28D5-80C2-238132CD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Branches</a:t>
            </a:r>
          </a:p>
        </p:txBody>
      </p:sp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E42985D6-D598-8900-898B-0951F5D94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33" y="1961804"/>
            <a:ext cx="10822215" cy="432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25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3A12-61B2-160B-FB08-205BB157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anchor="ctr">
            <a:normAutofit/>
          </a:bodyPr>
          <a:lstStyle/>
          <a:p>
            <a:r>
              <a:rPr lang="en-US" sz="3600"/>
              <a:t>Commits</a:t>
            </a:r>
          </a:p>
        </p:txBody>
      </p:sp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E0489B8C-A9A7-713A-7285-B4F3F2EF95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42" b="10409"/>
          <a:stretch/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01510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235E2-4E0F-C75C-CB82-384C1E12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Hash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B50914BF-4277-D564-7AD4-E8AC84870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3321014"/>
            <a:ext cx="10744200" cy="201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27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27D4-295D-DCB3-C744-CB5C5AE1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Tags</a:t>
            </a:r>
          </a:p>
        </p:txBody>
      </p:sp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3916E247-CD58-64BA-8D35-4B2F783BE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126" y="2598100"/>
            <a:ext cx="11142231" cy="3132958"/>
          </a:xfrm>
        </p:spPr>
      </p:pic>
    </p:spTree>
    <p:extLst>
      <p:ext uri="{BB962C8B-B14F-4D97-AF65-F5344CB8AC3E}">
        <p14:creationId xmlns:p14="http://schemas.microsoft.com/office/powerpoint/2010/main" val="372836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What is HEAD in Git?">
            <a:extLst>
              <a:ext uri="{FF2B5EF4-FFF2-40B4-BE49-F238E27FC236}">
                <a16:creationId xmlns:a16="http://schemas.microsoft.com/office/drawing/2014/main" id="{BF78C0CE-1F92-FFC5-3410-691D477C3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6311F-6BD4-F81F-CF36-D1CFDE23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HEAD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542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D27B-B357-990E-AD79-AFF1E21A3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20"/>
            <a:ext cx="10515600" cy="1325563"/>
          </a:xfrm>
        </p:spPr>
        <p:txBody>
          <a:bodyPr/>
          <a:lstStyle/>
          <a:p>
            <a:r>
              <a:rPr lang="en-US"/>
              <a:t>Stages</a:t>
            </a:r>
          </a:p>
        </p:txBody>
      </p:sp>
      <p:pic>
        <p:nvPicPr>
          <p:cNvPr id="4" name="Picture 3" descr="None">
            <a:extLst>
              <a:ext uri="{FF2B5EF4-FFF2-40B4-BE49-F238E27FC236}">
                <a16:creationId xmlns:a16="http://schemas.microsoft.com/office/drawing/2014/main" id="{C4579406-974B-26AD-7FAC-3A32C2678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73" y="1158042"/>
            <a:ext cx="10532422" cy="539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9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E0BBE-D35A-38E6-9FBA-05D76474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Getting Started With Git</a:t>
            </a:r>
          </a:p>
        </p:txBody>
      </p:sp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837944E3-9F84-AFFB-7674-F38C736B2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274963"/>
            <a:ext cx="6780700" cy="430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3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584D-C54C-7AC4-F7B7-6B7B44B41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Credential Setup</a:t>
            </a:r>
          </a:p>
        </p:txBody>
      </p:sp>
      <p:pic>
        <p:nvPicPr>
          <p:cNvPr id="5" name="Content Placeholder 4" descr="A close-up of a logo&#10;&#10;Description automatically generated">
            <a:extLst>
              <a:ext uri="{FF2B5EF4-FFF2-40B4-BE49-F238E27FC236}">
                <a16:creationId xmlns:a16="http://schemas.microsoft.com/office/drawing/2014/main" id="{8AF6C0D0-C4E6-8D60-E77B-D659B621D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18834"/>
            <a:ext cx="10515600" cy="1037948"/>
          </a:xfrm>
        </p:spPr>
      </p:pic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AF789C20-BB76-4C44-8FB6-33DB11F08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22" y="3152775"/>
            <a:ext cx="10510158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9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444A-B76C-1E2F-EB1F-B8D88FB4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Working with Branches</a:t>
            </a:r>
          </a:p>
        </p:txBody>
      </p:sp>
      <p:pic>
        <p:nvPicPr>
          <p:cNvPr id="4" name="Content Placeholder 3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98063EAA-3305-B68B-2F9E-C4D0542FD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2831"/>
            <a:ext cx="10515600" cy="1637071"/>
          </a:xfrm>
        </p:spPr>
      </p:pic>
    </p:spTree>
    <p:extLst>
      <p:ext uri="{BB962C8B-B14F-4D97-AF65-F5344CB8AC3E}">
        <p14:creationId xmlns:p14="http://schemas.microsoft.com/office/powerpoint/2010/main" val="2567086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FB57E8D1-DE0C-A43D-AE77-D52DE6558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45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55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3355C-18C1-5CCF-99E3-835C9683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Check status</a:t>
            </a: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2AD80FE-89CA-25D1-2287-9A026411E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556" y="2354239"/>
            <a:ext cx="10598887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64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355C-18C1-5CCF-99E3-835C9683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Working with Commits</a:t>
            </a:r>
          </a:p>
        </p:txBody>
      </p:sp>
      <p:pic>
        <p:nvPicPr>
          <p:cNvPr id="5" name="Content Placeholder 4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040D24C6-3E25-2BB6-BF92-CD4FDB1A1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889416"/>
            <a:ext cx="10515600" cy="1306386"/>
          </a:xfrm>
        </p:spPr>
      </p:pic>
      <p:pic>
        <p:nvPicPr>
          <p:cNvPr id="6" name="Picture 5" descr="A close-up of a text editor&#10;&#10;Description automatically generated">
            <a:extLst>
              <a:ext uri="{FF2B5EF4-FFF2-40B4-BE49-F238E27FC236}">
                <a16:creationId xmlns:a16="http://schemas.microsoft.com/office/drawing/2014/main" id="{8C36F4DF-97A0-A913-13EC-87418E991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606482"/>
            <a:ext cx="11517086" cy="251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05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E1C6-5530-E713-0382-6551BE4DB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anchor="ctr">
            <a:normAutofit/>
          </a:bodyPr>
          <a:lstStyle/>
          <a:p>
            <a:r>
              <a:rPr lang="en-US" sz="3600"/>
              <a:t>Rebasing &amp; Merging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3A1686-92B2-7550-EDC7-823DF4ED4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27026"/>
            <a:ext cx="7485413" cy="2287587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D6EF8CA3-F6EC-2185-8303-25030FAEAF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98"/>
          <a:stretch/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58734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12D927-DF3A-00F3-C97B-233D171A0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945" y="969192"/>
            <a:ext cx="10515600" cy="1135944"/>
          </a:xfr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B115591-A068-0F43-054E-70BE97FCA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5" y="2612695"/>
            <a:ext cx="9753600" cy="971550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78AECF0-5565-6A3D-22D1-5BFA2A97C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45" y="3931227"/>
            <a:ext cx="97536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79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0BC1-963B-3802-7C45-B579FC55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anchor="ctr">
            <a:normAutofit/>
          </a:bodyPr>
          <a:lstStyle/>
          <a:p>
            <a:r>
              <a:rPr lang="en-US" sz="3600" dirty="0"/>
              <a:t>Squashing commits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8EB52A-7A5E-6626-1C17-DD195E436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27026"/>
            <a:ext cx="7485413" cy="2287587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CB113F36-CAF1-A125-F81D-38956C9792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82" r="2350" b="1"/>
          <a:stretch/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915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-up of a message&#10;&#10;Description automatically generated">
            <a:extLst>
              <a:ext uri="{FF2B5EF4-FFF2-40B4-BE49-F238E27FC236}">
                <a16:creationId xmlns:a16="http://schemas.microsoft.com/office/drawing/2014/main" id="{D16DFDD4-0E3C-AD08-3EEB-A6BAB0FA2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597488"/>
            <a:ext cx="10905066" cy="166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12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807-E39B-0E9E-C724-015E602B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anchor="ctr">
            <a:normAutofit/>
          </a:bodyPr>
          <a:lstStyle/>
          <a:p>
            <a:r>
              <a:rPr lang="en-US" sz="3600"/>
              <a:t>Cherry Picking 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E4B605-5C7D-5660-BF28-DD6BBFE0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27026"/>
            <a:ext cx="7485413" cy="2287587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00F72664-486E-0D4C-7E28-D59E1ECC34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" b="10449"/>
          <a:stretch/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83337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-up of a text&#10;&#10;Description automatically generated">
            <a:extLst>
              <a:ext uri="{FF2B5EF4-FFF2-40B4-BE49-F238E27FC236}">
                <a16:creationId xmlns:a16="http://schemas.microsoft.com/office/drawing/2014/main" id="{5DFDE551-49B7-E45A-81AB-7FFA8D955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679276"/>
            <a:ext cx="10905066" cy="149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96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45386-8BCA-EC9F-0737-F953F336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Advanced Git Commands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74709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7508D-CF8C-D2A8-E0BD-7788F357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Signing Commits</a:t>
            </a:r>
          </a:p>
        </p:txBody>
      </p:sp>
      <p:pic>
        <p:nvPicPr>
          <p:cNvPr id="4" name="Content Placeholder 3" descr="A close-up of a computer code&#10;&#10;Description automatically generated">
            <a:extLst>
              <a:ext uri="{FF2B5EF4-FFF2-40B4-BE49-F238E27FC236}">
                <a16:creationId xmlns:a16="http://schemas.microsoft.com/office/drawing/2014/main" id="{ADBC86CC-ACCF-8741-049B-69CF3B363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649500"/>
            <a:ext cx="10744200" cy="335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3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E6985-4FE1-26FB-91CE-8AEEDA4B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Git Reflog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8159A-82D3-C98C-3E43-FD539BA61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Recovering lost commits or branches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Debugging and troubleshooting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Undoing mistakes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How to undo (almost) anything with Git - The GitHub Blog">
            <a:extLst>
              <a:ext uri="{FF2B5EF4-FFF2-40B4-BE49-F238E27FC236}">
                <a16:creationId xmlns:a16="http://schemas.microsoft.com/office/drawing/2014/main" id="{37A521CB-5B3A-F74B-5D5D-8D2ADB07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81" y="2405149"/>
            <a:ext cx="8652539" cy="38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60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4973EF-655D-6FA3-2853-7CB9C14B2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Interactive Rebase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8C87F2D-103B-C699-FCBC-B7ACD60BF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86522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1128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3B639-4612-671B-9623-1910B62A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How to do interactive Rebase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81CC5-01F3-E5A2-BE07-2987CDC27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git rebase -</a:t>
            </a:r>
            <a:r>
              <a:rPr lang="en-US" sz="2200" dirty="0" err="1"/>
              <a:t>i</a:t>
            </a:r>
            <a:r>
              <a:rPr lang="en-US" sz="2200" dirty="0"/>
              <a:t> HEAD~4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None">
            <a:extLst>
              <a:ext uri="{FF2B5EF4-FFF2-40B4-BE49-F238E27FC236}">
                <a16:creationId xmlns:a16="http://schemas.microsoft.com/office/drawing/2014/main" id="{CDC65D8A-9F41-5662-701F-5E43D829A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92403"/>
            <a:ext cx="6903720" cy="407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81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ow To Collaborate With Creators To Add Their Audience to Yours">
            <a:extLst>
              <a:ext uri="{FF2B5EF4-FFF2-40B4-BE49-F238E27FC236}">
                <a16:creationId xmlns:a16="http://schemas.microsoft.com/office/drawing/2014/main" id="{CA43FF7E-4D46-0D5D-7311-71764A46B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110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34922-2F46-A8B0-BC1C-81909B9C6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Collaborating with Git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25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33E3D9-5075-3AD3-9C9B-C1DBF30D7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9303" y="1552996"/>
            <a:ext cx="9613397" cy="134587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75C79A-E8F1-6BE0-5842-FAECADE9F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Origins vs Upstream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6DC4C-81E5-85E1-768E-58AC240CD9E6}"/>
              </a:ext>
            </a:extLst>
          </p:cNvPr>
          <p:cNvSpPr txBox="1"/>
          <p:nvPr/>
        </p:nvSpPr>
        <p:spPr>
          <a:xfrm>
            <a:off x="1289303" y="5142305"/>
            <a:ext cx="7321298" cy="75316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Upstream</a:t>
            </a: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on the other hand refers to the original repository from which your repository was forked.</a:t>
            </a:r>
          </a:p>
        </p:txBody>
      </p:sp>
    </p:spTree>
    <p:extLst>
      <p:ext uri="{BB962C8B-B14F-4D97-AF65-F5344CB8AC3E}">
        <p14:creationId xmlns:p14="http://schemas.microsoft.com/office/powerpoint/2010/main" val="3839914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FD7C3-3E7E-C01E-AEEC-B2AF9FBB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Conflicts</a:t>
            </a:r>
          </a:p>
        </p:txBody>
      </p:sp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628CDE19-663A-554D-78B2-695368BE5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2608" y="1675227"/>
            <a:ext cx="784678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4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ource Control with Git in Visual Studio Code">
            <a:extLst>
              <a:ext uri="{FF2B5EF4-FFF2-40B4-BE49-F238E27FC236}">
                <a16:creationId xmlns:a16="http://schemas.microsoft.com/office/drawing/2014/main" id="{EBB040B7-A9FB-1928-3EF0-C4DD4885A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1629" y="643466"/>
            <a:ext cx="84731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40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4B0B4-6467-7CD4-66ED-838DEE46D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Popular Git Workflow</a:t>
            </a:r>
          </a:p>
        </p:txBody>
      </p:sp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C776129D-89E9-C86E-B3A4-13F3C301F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7210" y="1675227"/>
            <a:ext cx="965757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49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one">
            <a:extLst>
              <a:ext uri="{FF2B5EF4-FFF2-40B4-BE49-F238E27FC236}">
                <a16:creationId xmlns:a16="http://schemas.microsoft.com/office/drawing/2014/main" id="{B40536D0-261F-1066-0D19-3E7733FC9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791" y="289266"/>
            <a:ext cx="8568417" cy="6281056"/>
          </a:xfrm>
        </p:spPr>
      </p:pic>
    </p:spTree>
    <p:extLst>
      <p:ext uri="{BB962C8B-B14F-4D97-AF65-F5344CB8AC3E}">
        <p14:creationId xmlns:p14="http://schemas.microsoft.com/office/powerpoint/2010/main" val="22648061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1EC4-98CD-7FAD-5047-6D1781B9B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919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Feature Branch Workflow 🌱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F6EA4CB-4394-29C2-F50C-A4C92EBF66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8815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C6BE3-12F8-70BC-2622-F320EB56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 b="1"/>
              <a:t>Gitflow Workflow 🌊</a:t>
            </a:r>
            <a:endParaRPr lang="en-US" sz="6800"/>
          </a:p>
          <a:p>
            <a:pPr algn="r"/>
            <a:endParaRPr lang="en-US" sz="68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3A7177B9-158F-CFDF-E291-E2C2CEE16E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1739184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603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ABE8-9431-A277-CE1B-DCF280175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09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/>
              <a:t>Forking Workflow 🍴</a:t>
            </a:r>
            <a:endParaRPr lang="en-US"/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AA447996-C31B-5461-7F15-913BB2A313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2506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D12C-A896-91A9-C689-464A2C89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09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Pull Request Workflow ⏩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9B484B1-7917-055C-C700-FF5EA29B32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8760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EF973-A56E-017D-3849-38989B2A4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600" b="1"/>
              <a:t>Trunk-Based Development 🪵</a:t>
            </a:r>
            <a:endParaRPr lang="en-US" sz="2600"/>
          </a:p>
          <a:p>
            <a:br>
              <a:rPr lang="en-US" sz="2600"/>
            </a:br>
            <a:endParaRPr lang="en-US" sz="2600"/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15069BD8-B83D-FC02-F3B4-20C7A2265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28" name="Content Placeholder 27" descr="Beginners Guide to Trunk-Based Development (TBD) - StatusNeo">
            <a:extLst>
              <a:ext uri="{FF2B5EF4-FFF2-40B4-BE49-F238E27FC236}">
                <a16:creationId xmlns:a16="http://schemas.microsoft.com/office/drawing/2014/main" id="{1EC2B84E-09B9-0246-CC2C-A8481D45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33403"/>
            <a:ext cx="6903720" cy="439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181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2646396-C840-05E6-CF01-A899AC0DE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31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97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3EA25CAA-38F3-FCBE-1A20-F31F449AB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31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47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A40AD37-0E85-7C17-5A79-82C4D29F9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694" y="643466"/>
            <a:ext cx="844101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35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88E7CB10-6446-93AA-9DFC-267A74A88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268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890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5683-7220-6D91-BED5-D6ACA5BB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0F2B-A760-2F26-3197-28C39F7C7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1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PowerPoint Presentation</vt:lpstr>
      <vt:lpstr>PowerPoint Presentation</vt:lpstr>
      <vt:lpstr>Branches</vt:lpstr>
      <vt:lpstr>Commits</vt:lpstr>
      <vt:lpstr>Hash</vt:lpstr>
      <vt:lpstr>Tags</vt:lpstr>
      <vt:lpstr>HEAD</vt:lpstr>
      <vt:lpstr>Stages</vt:lpstr>
      <vt:lpstr>Getting Started With Git</vt:lpstr>
      <vt:lpstr>Credential Setup</vt:lpstr>
      <vt:lpstr>Working with Branches</vt:lpstr>
      <vt:lpstr>PowerPoint Presentation</vt:lpstr>
      <vt:lpstr>Check status</vt:lpstr>
      <vt:lpstr>Working with Commits</vt:lpstr>
      <vt:lpstr>Rebasing &amp; Merging</vt:lpstr>
      <vt:lpstr>PowerPoint Presentation</vt:lpstr>
      <vt:lpstr>Squashing commits</vt:lpstr>
      <vt:lpstr>PowerPoint Presentation</vt:lpstr>
      <vt:lpstr>Cherry Picking </vt:lpstr>
      <vt:lpstr>PowerPoint Presentation</vt:lpstr>
      <vt:lpstr>Advanced Git Commands</vt:lpstr>
      <vt:lpstr>Signing Commits</vt:lpstr>
      <vt:lpstr>Git Reflog</vt:lpstr>
      <vt:lpstr>Interactive Rebase</vt:lpstr>
      <vt:lpstr>How to do interactive Rebase</vt:lpstr>
      <vt:lpstr>Collaborating with Git</vt:lpstr>
      <vt:lpstr>Origins vs Upstream</vt:lpstr>
      <vt:lpstr>Conflicts</vt:lpstr>
      <vt:lpstr>PowerPoint Presentation</vt:lpstr>
      <vt:lpstr>Popular Git Workflow</vt:lpstr>
      <vt:lpstr>PowerPoint Presentation</vt:lpstr>
      <vt:lpstr>Feature Branch Workflow 🌱  </vt:lpstr>
      <vt:lpstr>Gitflow Workflow 🌊 </vt:lpstr>
      <vt:lpstr>Forking Workflow 🍴  </vt:lpstr>
      <vt:lpstr>Pull Request Workflow ⏩  </vt:lpstr>
      <vt:lpstr>Trunk-Based Development 🪵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182</cp:revision>
  <dcterms:created xsi:type="dcterms:W3CDTF">2024-05-19T16:18:19Z</dcterms:created>
  <dcterms:modified xsi:type="dcterms:W3CDTF">2024-05-22T07:20:28Z</dcterms:modified>
</cp:coreProperties>
</file>